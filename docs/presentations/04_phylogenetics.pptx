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Nunito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https://www.ensembl.org/info/docs/compara/homology_method.html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https://iqtree.github.io/doc/Tutorial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https://academic.oup.com/mbe/article/4/4/406/1029664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https://pubmed.ncbi.nlm.nih.gov/7288891/</a:t>
            </a:r>
          </a:p>
          <a:p>
            <a:r>
              <a:t>https://iqtree.github.io/doc/Tutorial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https://pubmed.ncbi.nlm.nih.gov/7288891/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https://iqtree.github.io/doc/Substitution-Models</a:t>
            </a:r>
          </a:p>
          <a:p>
            <a:r>
              <a:t>https://www.iqtree.org/doc/Rootstrap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https://onlinelibrary.wiley.com/doi/10.1111/j.1558-5646.1985.tb00420.x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https://pubmed.ncbi.nlm.nih.gov/9126565/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https://tree.opentreeoflife.org/</a:t>
            </a:r>
          </a:p>
          <a:p>
            <a:r>
              <a:t>https://tree.opentreeoflife.org/about/open-tree-of-life</a:t>
            </a:r>
          </a:p>
          <a:p>
            <a:r>
              <a:t>https://pmc.ncbi.nlm.nih.gov/articles/PMC4611642/</a:t>
            </a:r>
          </a:p>
          <a:p>
            <a:r>
              <a:t>https://www.journals.uchicago.edu/doi/10.1086/284325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https://docs.nextstrain.org/en/latest/learn/interpret/how-to-read-a-tree.html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https://www.ebi.ac.uk/training/online/courses/proteins-domains/mechanisms-of-domain-repertoire-expansion/domain-duplication-and-divergence/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https://biopython.org/docs/latest/api/Bio.Phylo.TreeConstruction.html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https://www.ebi.ac.uk/training/online/courses/introduction-to-phylogenetics/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https://www.megasoftware.net/mega1_manual/Distance.html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https://academic.oup.com/mbe/article/4/4/406/1029664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https://pubmed.ncbi.nlm.nih.gov/7288891/</a:t>
            </a:r>
          </a:p>
          <a:p>
            <a:r>
              <a:t>Diagrams are teaching schematics. Numerical examples are illustrative.</a:t>
            </a:r>
          </a:p>
          <a:p>
            <a:r>
              <a:t>Prepared with ChatGPT assistance; reviewed and adapted by Alexandru Bozdog.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B67B5E8-DB4A-455C-956E-6D5A9CFC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4A45D40-4672-4C12-B30F-B1815AA82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10C51-8F52-4AEF-A825-A1C97317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F9A6C1B-3C5B-41BE-A190-080BD3A2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3256835-C611-446A-A2BD-A12CB0B34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8D12CA9-8986-4253-8DBA-90BD81FF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242664F-D786-46B9-85A7-71D2AE73B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F422286-C5C3-45EB-95EE-1B7F633528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A58799-CA59-4B0B-9FA6-ADF64D21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72F762D-60F4-405B-9591-6A7D4017E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ree.opentreeoflife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6D67E61-9D9D-470F-A666-985C2E25CE0F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5A2BFBF-07D0-49F1-B967-D9E73B9C7D14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9990743B-D16F-40F0-83E6-7A2FE9AA3083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85174E6-2F3D-4A55-AA3C-B798CB7723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43550" cy="2533650"/>
          </a:xfrm>
          <a:custGeom>
            <a:avLst/>
            <a:gdLst/>
            <a:ahLst/>
            <a:cxnLst/>
            <a:rect l="0" t="0" r="0" b="0"/>
            <a:pathLst>
              <a:path w="5543550" h="2533650">
                <a:moveTo>
                  <a:pt x="0" y="0"/>
                </a:moveTo>
                <a:lnTo>
                  <a:pt x="5191125" y="0"/>
                </a:lnTo>
                <a:lnTo>
                  <a:pt x="5543550" y="209550"/>
                </a:lnTo>
                <a:lnTo>
                  <a:pt x="209550" y="209550"/>
                </a:lnTo>
                <a:lnTo>
                  <a:pt x="209550" y="2333625"/>
                </a:lnTo>
                <a:lnTo>
                  <a:pt x="0" y="2533650"/>
                </a:lnTo>
                <a:close/>
              </a:path>
            </a:pathLst>
          </a:custGeom>
          <a:solidFill>
            <a:srgbClr val="163E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C5758EE-B775-4890-9011-28444A8F6503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3333750" cy="1581150"/>
          </a:xfrm>
          <a:custGeom>
            <a:avLst/>
            <a:gdLst/>
            <a:ahLst/>
            <a:cxnLst/>
            <a:rect l="0" t="0" r="0" b="0"/>
            <a:pathLst>
              <a:path w="3333750" h="1581150">
                <a:moveTo>
                  <a:pt x="0" y="1581150"/>
                </a:moveTo>
                <a:lnTo>
                  <a:pt x="0" y="190500"/>
                </a:lnTo>
                <a:lnTo>
                  <a:pt x="209550" y="0"/>
                </a:lnTo>
                <a:lnTo>
                  <a:pt x="209550" y="1371600"/>
                </a:lnTo>
                <a:lnTo>
                  <a:pt x="3333750" y="1371600"/>
                </a:lnTo>
                <a:lnTo>
                  <a:pt x="2971800" y="1581150"/>
                </a:lnTo>
                <a:close/>
              </a:path>
            </a:pathLst>
          </a:cu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2B08847-2BFB-44C1-82AE-670A146DAEF0}"/>
              </a:ext>
            </a:extLst>
          </p:cNvPr>
          <p:cNvSpPr>
            <a:spLocks noGrp="1"/>
          </p:cNvSpPr>
          <p:nvPr/>
        </p:nvSpPr>
        <p:spPr>
          <a:xfrm>
            <a:off x="809625" y="209550"/>
            <a:ext cx="742950" cy="533400"/>
          </a:xfrm>
          <a:custGeom>
            <a:avLst/>
            <a:gdLst/>
            <a:ahLst/>
            <a:cxnLst/>
            <a:rect l="0" t="0" r="0" b="0"/>
            <a:pathLst>
              <a:path w="742950" h="533400">
                <a:moveTo>
                  <a:pt x="0" y="53340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B18C74-565F-48C1-BEE8-0C1CFD07824B}"/>
              </a:ext>
            </a:extLst>
          </p:cNvPr>
          <p:cNvSpPr>
            <a:spLocks noGrp="1"/>
          </p:cNvSpPr>
          <p:nvPr/>
        </p:nvSpPr>
        <p:spPr>
          <a:xfrm>
            <a:off x="1019175" y="209550"/>
            <a:ext cx="742950" cy="533400"/>
          </a:xfrm>
          <a:custGeom>
            <a:avLst/>
            <a:gdLst/>
            <a:ahLst/>
            <a:cxnLst/>
            <a:rect l="0" t="0" r="0" b="0"/>
            <a:pathLst>
              <a:path w="742950" h="533400">
                <a:moveTo>
                  <a:pt x="0" y="53340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B9C3D75-FAB6-4834-BC95-2D0FF49ECC62}"/>
              </a:ext>
            </a:extLst>
          </p:cNvPr>
          <p:cNvSpPr>
            <a:spLocks noGrp="1"/>
          </p:cNvSpPr>
          <p:nvPr/>
        </p:nvSpPr>
        <p:spPr>
          <a:xfrm>
            <a:off x="1228725" y="209550"/>
            <a:ext cx="742950" cy="533400"/>
          </a:xfrm>
          <a:custGeom>
            <a:avLst/>
            <a:gdLst/>
            <a:ahLst/>
            <a:cxnLst/>
            <a:rect l="0" t="0" r="0" b="0"/>
            <a:pathLst>
              <a:path w="742950" h="533400">
                <a:moveTo>
                  <a:pt x="0" y="53340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62FB9F5-5CEE-40E2-835A-6F39BC0DFD29}"/>
              </a:ext>
            </a:extLst>
          </p:cNvPr>
          <p:cNvSpPr>
            <a:spLocks noGrp="1"/>
          </p:cNvSpPr>
          <p:nvPr/>
        </p:nvSpPr>
        <p:spPr>
          <a:xfrm>
            <a:off x="323850" y="4305300"/>
            <a:ext cx="857250" cy="628650"/>
          </a:xfrm>
          <a:custGeom>
            <a:avLst/>
            <a:gdLst/>
            <a:ahLst/>
            <a:cxnLst/>
            <a:rect l="0" t="0" r="0" b="0"/>
            <a:pathLst>
              <a:path w="857250" h="628650">
                <a:moveTo>
                  <a:pt x="0" y="62865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A5421D0-2EE2-4760-B424-9BB4C7B8EF3A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857250" cy="628650"/>
          </a:xfrm>
          <a:custGeom>
            <a:avLst/>
            <a:gdLst/>
            <a:ahLst/>
            <a:cxnLst/>
            <a:rect l="0" t="0" r="0" b="0"/>
            <a:pathLst>
              <a:path w="857250" h="628650">
                <a:moveTo>
                  <a:pt x="0" y="62865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3F283B9-BB09-4EBA-999A-9A170D50E12F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857250" cy="628650"/>
          </a:xfrm>
          <a:custGeom>
            <a:avLst/>
            <a:gdLst/>
            <a:ahLst/>
            <a:cxnLst/>
            <a:rect l="0" t="0" r="0" b="0"/>
            <a:pathLst>
              <a:path w="857250" h="628650">
                <a:moveTo>
                  <a:pt x="0" y="62865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E89071-D77D-4371-AD82-DB90ED9FEECE}"/>
              </a:ext>
            </a:extLst>
          </p:cNvPr>
          <p:cNvSpPr>
            <a:spLocks noGrp="1"/>
          </p:cNvSpPr>
          <p:nvPr/>
        </p:nvSpPr>
        <p:spPr>
          <a:xfrm>
            <a:off x="7381875" y="209550"/>
            <a:ext cx="762000" cy="533400"/>
          </a:xfrm>
          <a:custGeom>
            <a:avLst/>
            <a:gdLst/>
            <a:ahLst/>
            <a:cxnLst/>
            <a:rect l="0" t="0" r="0" b="0"/>
            <a:pathLst>
              <a:path w="762000" h="5334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D33840-B78E-4B58-97CA-5595E1552168}"/>
              </a:ext>
            </a:extLst>
          </p:cNvPr>
          <p:cNvSpPr>
            <a:spLocks noGrp="1"/>
          </p:cNvSpPr>
          <p:nvPr/>
        </p:nvSpPr>
        <p:spPr>
          <a:xfrm>
            <a:off x="7562850" y="209550"/>
            <a:ext cx="762000" cy="533400"/>
          </a:xfrm>
          <a:custGeom>
            <a:avLst/>
            <a:gdLst/>
            <a:ahLst/>
            <a:cxnLst/>
            <a:rect l="0" t="0" r="0" b="0"/>
            <a:pathLst>
              <a:path w="762000" h="5334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2857D1-B647-4E47-80BF-DD13D6926772}"/>
              </a:ext>
            </a:extLst>
          </p:cNvPr>
          <p:cNvSpPr>
            <a:spLocks noGrp="1"/>
          </p:cNvSpPr>
          <p:nvPr/>
        </p:nvSpPr>
        <p:spPr>
          <a:xfrm>
            <a:off x="7743825" y="209550"/>
            <a:ext cx="762000" cy="533400"/>
          </a:xfrm>
          <a:custGeom>
            <a:avLst/>
            <a:gdLst/>
            <a:ahLst/>
            <a:cxnLst/>
            <a:rect l="0" t="0" r="0" b="0"/>
            <a:pathLst>
              <a:path w="762000" h="5334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Lab 4">
            <a:extLst>
              <a:ext uri="{FF2B5EF4-FFF2-40B4-BE49-F238E27FC236}">
                <a16:creationId xmlns:a16="http://schemas.microsoft.com/office/drawing/2014/main" id="{A426E5B2-3550-40AF-81C2-68E55C34BAC9}"/>
              </a:ext>
            </a:extLst>
          </p:cNvPr>
          <p:cNvSpPr>
            <a:spLocks noGrp="1"/>
          </p:cNvSpPr>
          <p:nvPr/>
        </p:nvSpPr>
        <p:spPr>
          <a:xfrm>
            <a:off x="742950" y="13144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18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18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Lab 4</a:t>
            </a:r>
          </a:p>
        </p:txBody>
      </p:sp>
      <p:sp>
        <p:nvSpPr>
          <p:cNvPr id="16" name="heading-Phylogenetics">
            <a:extLst>
              <a:ext uri="{FF2B5EF4-FFF2-40B4-BE49-F238E27FC236}">
                <a16:creationId xmlns:a16="http://schemas.microsoft.com/office/drawing/2014/main" id="{3F918192-7312-4C3A-B5B5-AB037EA6671D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42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42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Phylogenetics</a:t>
            </a:r>
          </a:p>
        </p:txBody>
      </p:sp>
      <p:sp>
        <p:nvSpPr>
          <p:cNvPr id="17" name="text-Sequence evidence, evolutionary history, biological interpre">
            <a:extLst>
              <a:ext uri="{FF2B5EF4-FFF2-40B4-BE49-F238E27FC236}">
                <a16:creationId xmlns:a16="http://schemas.microsoft.com/office/drawing/2014/main" id="{2AAF83CB-4A46-4504-BED1-F5C77566BBAF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4476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Sequence evidence, evolutionary</a:t>
            </a:r>
          </a:p>
          <a:p>
            <a:pPr algn="l">
              <a:defRPr sz="19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history, biological interpretation</a:t>
            </a:r>
          </a:p>
        </p:txBody>
      </p:sp>
      <p:sp>
        <p:nvSpPr>
          <p:cNvPr id="18" name="rect-17">
            <a:extLst>
              <a:ext uri="{FF2B5EF4-FFF2-40B4-BE49-F238E27FC236}">
                <a16:creationId xmlns:a16="http://schemas.microsoft.com/office/drawing/2014/main" id="{80DAD090-22A9-4D0F-A8C5-E5141FE512E5}"/>
              </a:ext>
            </a:extLst>
          </p:cNvPr>
          <p:cNvSpPr>
            <a:spLocks noGrp="1"/>
          </p:cNvSpPr>
          <p:nvPr/>
        </p:nvSpPr>
        <p:spPr>
          <a:xfrm>
            <a:off x="5731669" y="2828925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781CC44E-99D0-4719-AF41-02FEED33F0C2}"/>
              </a:ext>
            </a:extLst>
          </p:cNvPr>
          <p:cNvSpPr>
            <a:spLocks noGrp="1"/>
          </p:cNvSpPr>
          <p:nvPr/>
        </p:nvSpPr>
        <p:spPr>
          <a:xfrm>
            <a:off x="5729288" y="2143125"/>
            <a:ext cx="28575" cy="13716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8EC65E6F-1C37-49BC-BFBC-78B745C18F02}"/>
              </a:ext>
            </a:extLst>
          </p:cNvPr>
          <p:cNvSpPr>
            <a:spLocks noGrp="1"/>
          </p:cNvSpPr>
          <p:nvPr/>
        </p:nvSpPr>
        <p:spPr>
          <a:xfrm>
            <a:off x="5572125" y="2814638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-20">
            <a:extLst>
              <a:ext uri="{FF2B5EF4-FFF2-40B4-BE49-F238E27FC236}">
                <a16:creationId xmlns:a16="http://schemas.microsoft.com/office/drawing/2014/main" id="{43021475-FBC9-4865-A4E0-60C0857CAEB3}"/>
              </a:ext>
            </a:extLst>
          </p:cNvPr>
          <p:cNvSpPr>
            <a:spLocks noGrp="1"/>
          </p:cNvSpPr>
          <p:nvPr/>
        </p:nvSpPr>
        <p:spPr>
          <a:xfrm>
            <a:off x="5743575" y="2128838"/>
            <a:ext cx="1016318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7EBD575D-00CA-4DB9-A7C2-A965A8164FE7}"/>
              </a:ext>
            </a:extLst>
          </p:cNvPr>
          <p:cNvSpPr>
            <a:spLocks noGrp="1"/>
          </p:cNvSpPr>
          <p:nvPr/>
        </p:nvSpPr>
        <p:spPr>
          <a:xfrm>
            <a:off x="6745605" y="1800225"/>
            <a:ext cx="28575" cy="6858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C1E187-BC80-4D47-8F0B-9EA95EE792D0}"/>
              </a:ext>
            </a:extLst>
          </p:cNvPr>
          <p:cNvSpPr>
            <a:spLocks noGrp="1"/>
          </p:cNvSpPr>
          <p:nvPr/>
        </p:nvSpPr>
        <p:spPr>
          <a:xfrm>
            <a:off x="6721793" y="21050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-23">
            <a:extLst>
              <a:ext uri="{FF2B5EF4-FFF2-40B4-BE49-F238E27FC236}">
                <a16:creationId xmlns:a16="http://schemas.microsoft.com/office/drawing/2014/main" id="{4642A89E-5636-4857-8DF3-0378D4200462}"/>
              </a:ext>
            </a:extLst>
          </p:cNvPr>
          <p:cNvSpPr>
            <a:spLocks noGrp="1"/>
          </p:cNvSpPr>
          <p:nvPr/>
        </p:nvSpPr>
        <p:spPr>
          <a:xfrm>
            <a:off x="6759893" y="1785938"/>
            <a:ext cx="102203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54FCC8-6976-4993-934C-E9287B6C367A}"/>
              </a:ext>
            </a:extLst>
          </p:cNvPr>
          <p:cNvSpPr>
            <a:spLocks noGrp="1"/>
          </p:cNvSpPr>
          <p:nvPr/>
        </p:nvSpPr>
        <p:spPr>
          <a:xfrm>
            <a:off x="7743825" y="17621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A">
            <a:extLst>
              <a:ext uri="{FF2B5EF4-FFF2-40B4-BE49-F238E27FC236}">
                <a16:creationId xmlns:a16="http://schemas.microsoft.com/office/drawing/2014/main" id="{F89E93A6-4C32-4D64-983F-12CF28020115}"/>
              </a:ext>
            </a:extLst>
          </p:cNvPr>
          <p:cNvSpPr>
            <a:spLocks noGrp="1"/>
          </p:cNvSpPr>
          <p:nvPr/>
        </p:nvSpPr>
        <p:spPr>
          <a:xfrm>
            <a:off x="7905750" y="1676400"/>
            <a:ext cx="60769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rect-26">
            <a:extLst>
              <a:ext uri="{FF2B5EF4-FFF2-40B4-BE49-F238E27FC236}">
                <a16:creationId xmlns:a16="http://schemas.microsoft.com/office/drawing/2014/main" id="{D1ADE0E1-94D7-4081-B709-EC96E3DB6B1F}"/>
              </a:ext>
            </a:extLst>
          </p:cNvPr>
          <p:cNvSpPr>
            <a:spLocks noGrp="1"/>
          </p:cNvSpPr>
          <p:nvPr/>
        </p:nvSpPr>
        <p:spPr>
          <a:xfrm>
            <a:off x="6759893" y="2471738"/>
            <a:ext cx="102203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B52B2E-F205-43D8-ACD5-22F2B5BD4B04}"/>
              </a:ext>
            </a:extLst>
          </p:cNvPr>
          <p:cNvSpPr>
            <a:spLocks noGrp="1"/>
          </p:cNvSpPr>
          <p:nvPr/>
        </p:nvSpPr>
        <p:spPr>
          <a:xfrm>
            <a:off x="7743825" y="24479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B">
            <a:extLst>
              <a:ext uri="{FF2B5EF4-FFF2-40B4-BE49-F238E27FC236}">
                <a16:creationId xmlns:a16="http://schemas.microsoft.com/office/drawing/2014/main" id="{4F4DAD7A-965E-4CB3-98BA-B7274BCFF854}"/>
              </a:ext>
            </a:extLst>
          </p:cNvPr>
          <p:cNvSpPr>
            <a:spLocks noGrp="1"/>
          </p:cNvSpPr>
          <p:nvPr/>
        </p:nvSpPr>
        <p:spPr>
          <a:xfrm>
            <a:off x="7905750" y="2362200"/>
            <a:ext cx="60769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rect-29">
            <a:extLst>
              <a:ext uri="{FF2B5EF4-FFF2-40B4-BE49-F238E27FC236}">
                <a16:creationId xmlns:a16="http://schemas.microsoft.com/office/drawing/2014/main" id="{9EA283EA-625C-4AD8-A4C2-05AFF6B1C614}"/>
              </a:ext>
            </a:extLst>
          </p:cNvPr>
          <p:cNvSpPr>
            <a:spLocks noGrp="1"/>
          </p:cNvSpPr>
          <p:nvPr/>
        </p:nvSpPr>
        <p:spPr>
          <a:xfrm>
            <a:off x="5743575" y="3500438"/>
            <a:ext cx="1016318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-30">
            <a:extLst>
              <a:ext uri="{FF2B5EF4-FFF2-40B4-BE49-F238E27FC236}">
                <a16:creationId xmlns:a16="http://schemas.microsoft.com/office/drawing/2014/main" id="{5EDE4283-C881-4205-A13F-2384695FEE81}"/>
              </a:ext>
            </a:extLst>
          </p:cNvPr>
          <p:cNvSpPr>
            <a:spLocks noGrp="1"/>
          </p:cNvSpPr>
          <p:nvPr/>
        </p:nvSpPr>
        <p:spPr>
          <a:xfrm>
            <a:off x="6745605" y="3171825"/>
            <a:ext cx="28575" cy="6858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C8E103-F7CB-4E1B-A47D-8DFF228C28A0}"/>
              </a:ext>
            </a:extLst>
          </p:cNvPr>
          <p:cNvSpPr>
            <a:spLocks noGrp="1"/>
          </p:cNvSpPr>
          <p:nvPr/>
        </p:nvSpPr>
        <p:spPr>
          <a:xfrm>
            <a:off x="6721793" y="34766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-32">
            <a:extLst>
              <a:ext uri="{FF2B5EF4-FFF2-40B4-BE49-F238E27FC236}">
                <a16:creationId xmlns:a16="http://schemas.microsoft.com/office/drawing/2014/main" id="{BCA5720E-A78C-4567-8FBA-A67A826F2020}"/>
              </a:ext>
            </a:extLst>
          </p:cNvPr>
          <p:cNvSpPr>
            <a:spLocks noGrp="1"/>
          </p:cNvSpPr>
          <p:nvPr/>
        </p:nvSpPr>
        <p:spPr>
          <a:xfrm>
            <a:off x="6759893" y="3157538"/>
            <a:ext cx="102203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EB1F3E7-F0D7-434E-8A13-0FCBEF0C3E64}"/>
              </a:ext>
            </a:extLst>
          </p:cNvPr>
          <p:cNvSpPr>
            <a:spLocks noGrp="1"/>
          </p:cNvSpPr>
          <p:nvPr/>
        </p:nvSpPr>
        <p:spPr>
          <a:xfrm>
            <a:off x="7743825" y="31337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-C">
            <a:extLst>
              <a:ext uri="{FF2B5EF4-FFF2-40B4-BE49-F238E27FC236}">
                <a16:creationId xmlns:a16="http://schemas.microsoft.com/office/drawing/2014/main" id="{A86E7618-AF8D-4761-BE07-3B31F20D9594}"/>
              </a:ext>
            </a:extLst>
          </p:cNvPr>
          <p:cNvSpPr>
            <a:spLocks noGrp="1"/>
          </p:cNvSpPr>
          <p:nvPr/>
        </p:nvSpPr>
        <p:spPr>
          <a:xfrm>
            <a:off x="7905750" y="3048000"/>
            <a:ext cx="60769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6" name="rect-35">
            <a:extLst>
              <a:ext uri="{FF2B5EF4-FFF2-40B4-BE49-F238E27FC236}">
                <a16:creationId xmlns:a16="http://schemas.microsoft.com/office/drawing/2014/main" id="{E310BA74-CDC7-4A7B-8BBE-301582E33472}"/>
              </a:ext>
            </a:extLst>
          </p:cNvPr>
          <p:cNvSpPr>
            <a:spLocks noGrp="1"/>
          </p:cNvSpPr>
          <p:nvPr/>
        </p:nvSpPr>
        <p:spPr>
          <a:xfrm>
            <a:off x="6759893" y="3843338"/>
            <a:ext cx="102203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FEE7F0-08B0-4F95-9BEC-45F21CE725DC}"/>
              </a:ext>
            </a:extLst>
          </p:cNvPr>
          <p:cNvSpPr>
            <a:spLocks noGrp="1"/>
          </p:cNvSpPr>
          <p:nvPr/>
        </p:nvSpPr>
        <p:spPr>
          <a:xfrm>
            <a:off x="7743825" y="38195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-D">
            <a:extLst>
              <a:ext uri="{FF2B5EF4-FFF2-40B4-BE49-F238E27FC236}">
                <a16:creationId xmlns:a16="http://schemas.microsoft.com/office/drawing/2014/main" id="{2408A73C-7C45-4277-A115-C7397981FACE}"/>
              </a:ext>
            </a:extLst>
          </p:cNvPr>
          <p:cNvSpPr>
            <a:spLocks noGrp="1"/>
          </p:cNvSpPr>
          <p:nvPr/>
        </p:nvSpPr>
        <p:spPr>
          <a:xfrm>
            <a:off x="7905750" y="3733800"/>
            <a:ext cx="60769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EFB8B08-77CC-4C2F-A5A0-ABD2BAB2B3C1}"/>
              </a:ext>
            </a:extLst>
          </p:cNvPr>
          <p:cNvSpPr>
            <a:spLocks noGrp="1"/>
          </p:cNvSpPr>
          <p:nvPr/>
        </p:nvSpPr>
        <p:spPr>
          <a:xfrm>
            <a:off x="5705475" y="2790825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Alexandru Bozdog • Bioinformatics">
            <a:extLst>
              <a:ext uri="{FF2B5EF4-FFF2-40B4-BE49-F238E27FC236}">
                <a16:creationId xmlns:a16="http://schemas.microsoft.com/office/drawing/2014/main" id="{A187A2EE-9240-4C4D-8F03-4114C39D3602}"/>
              </a:ext>
            </a:extLst>
          </p:cNvPr>
          <p:cNvSpPr>
            <a:spLocks noGrp="1"/>
          </p:cNvSpPr>
          <p:nvPr/>
        </p:nvSpPr>
        <p:spPr>
          <a:xfrm>
            <a:off x="2619375" y="4410075"/>
            <a:ext cx="590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697780"/>
                </a:solidFill>
                <a:latin typeface="Arial"/>
                <a:ea typeface="Arial"/>
                <a:cs typeface="Arial"/>
              </a:rPr>
              <a:t>Alexandru Bozdog  •  </a:t>
            </a:r>
            <a:r>
              <a:rPr lang="en-US" sz="1200" b="0" dirty="0">
                <a:solidFill>
                  <a:srgbClr val="697780"/>
                </a:solidFill>
                <a:latin typeface="Arial"/>
                <a:ea typeface="Arial"/>
                <a:cs typeface="Arial"/>
              </a:rPr>
              <a:t>Big Data in Health and </a:t>
            </a:r>
            <a:r>
              <a:rPr sz="1200" b="0" dirty="0">
                <a:solidFill>
                  <a:srgbClr val="697780"/>
                </a:solidFill>
                <a:latin typeface="Arial"/>
                <a:ea typeface="Arial"/>
                <a:cs typeface="Arial"/>
              </a:rPr>
              <a:t>Bioinformatics</a:t>
            </a:r>
          </a:p>
        </p:txBody>
      </p:sp>
    </p:spTree>
    <p:extLst>
      <p:ext uri="{BB962C8B-B14F-4D97-AF65-F5344CB8AC3E}">
        <p14:creationId xmlns:p14="http://schemas.microsoft.com/office/powerpoint/2010/main" val="14225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1E9CB20-C213-4233-A684-D12736B42EFF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35D086E-718F-401D-B409-A6E577ACB3F3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490A7456-C1A0-47E2-B66C-25B1DE9E0678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The question behind the tree">
            <a:extLst>
              <a:ext uri="{FF2B5EF4-FFF2-40B4-BE49-F238E27FC236}">
                <a16:creationId xmlns:a16="http://schemas.microsoft.com/office/drawing/2014/main" id="{18CEDF3E-A9F1-4A54-80C5-44ADFAC199A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The question behind the tree</a:t>
            </a:r>
          </a:p>
        </p:txBody>
      </p:sp>
      <p:sp>
        <p:nvSpPr>
          <p:cNvPr id="5" name="text-02">
            <a:extLst>
              <a:ext uri="{FF2B5EF4-FFF2-40B4-BE49-F238E27FC236}">
                <a16:creationId xmlns:a16="http://schemas.microsoft.com/office/drawing/2014/main" id="{1292822A-4E1B-4FE3-A9FF-74096E79B066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Toy aligned sequences">
            <a:extLst>
              <a:ext uri="{FF2B5EF4-FFF2-40B4-BE49-F238E27FC236}">
                <a16:creationId xmlns:a16="http://schemas.microsoft.com/office/drawing/2014/main" id="{36029877-C4CC-4928-A3B8-FF15DA2D534A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Toy aligned sequences</a:t>
            </a:r>
          </a:p>
        </p:txBody>
      </p:sp>
      <p:sp>
        <p:nvSpPr>
          <p:cNvPr id="7" name="text-A">
            <a:extLst>
              <a:ext uri="{FF2B5EF4-FFF2-40B4-BE49-F238E27FC236}">
                <a16:creationId xmlns:a16="http://schemas.microsoft.com/office/drawing/2014/main" id="{43A9FE32-AEE8-424B-9266-F05DF54EFFB6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text-A">
            <a:extLst>
              <a:ext uri="{FF2B5EF4-FFF2-40B4-BE49-F238E27FC236}">
                <a16:creationId xmlns:a16="http://schemas.microsoft.com/office/drawing/2014/main" id="{8B354C2F-2829-45CD-B369-778E2E0855B6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-C">
            <a:extLst>
              <a:ext uri="{FF2B5EF4-FFF2-40B4-BE49-F238E27FC236}">
                <a16:creationId xmlns:a16="http://schemas.microsoft.com/office/drawing/2014/main" id="{B45B8B08-5CFB-41B3-8C9F-6F0E74548C83}"/>
              </a:ext>
            </a:extLst>
          </p:cNvPr>
          <p:cNvSpPr>
            <a:spLocks noGrp="1"/>
          </p:cNvSpPr>
          <p:nvPr/>
        </p:nvSpPr>
        <p:spPr>
          <a:xfrm>
            <a:off x="13525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text-G">
            <a:extLst>
              <a:ext uri="{FF2B5EF4-FFF2-40B4-BE49-F238E27FC236}">
                <a16:creationId xmlns:a16="http://schemas.microsoft.com/office/drawing/2014/main" id="{6A5114F7-CC51-4F14-ABB8-09E14D395012}"/>
              </a:ext>
            </a:extLst>
          </p:cNvPr>
          <p:cNvSpPr>
            <a:spLocks noGrp="1"/>
          </p:cNvSpPr>
          <p:nvPr/>
        </p:nvSpPr>
        <p:spPr>
          <a:xfrm>
            <a:off x="16573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1" name="text-T">
            <a:extLst>
              <a:ext uri="{FF2B5EF4-FFF2-40B4-BE49-F238E27FC236}">
                <a16:creationId xmlns:a16="http://schemas.microsoft.com/office/drawing/2014/main" id="{4BCBFAE0-FB51-43E5-847F-79279BDC98EE}"/>
              </a:ext>
            </a:extLst>
          </p:cNvPr>
          <p:cNvSpPr>
            <a:spLocks noGrp="1"/>
          </p:cNvSpPr>
          <p:nvPr/>
        </p:nvSpPr>
        <p:spPr>
          <a:xfrm>
            <a:off x="19621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" name="text-A">
            <a:extLst>
              <a:ext uri="{FF2B5EF4-FFF2-40B4-BE49-F238E27FC236}">
                <a16:creationId xmlns:a16="http://schemas.microsoft.com/office/drawing/2014/main" id="{F7969C26-A93D-48BC-AEC3-256EB700D2B7}"/>
              </a:ext>
            </a:extLst>
          </p:cNvPr>
          <p:cNvSpPr>
            <a:spLocks noGrp="1"/>
          </p:cNvSpPr>
          <p:nvPr/>
        </p:nvSpPr>
        <p:spPr>
          <a:xfrm>
            <a:off x="22669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" name="text-C">
            <a:extLst>
              <a:ext uri="{FF2B5EF4-FFF2-40B4-BE49-F238E27FC236}">
                <a16:creationId xmlns:a16="http://schemas.microsoft.com/office/drawing/2014/main" id="{60CF3E13-AFF3-4130-9E5F-11C0F62B687D}"/>
              </a:ext>
            </a:extLst>
          </p:cNvPr>
          <p:cNvSpPr>
            <a:spLocks noGrp="1"/>
          </p:cNvSpPr>
          <p:nvPr/>
        </p:nvSpPr>
        <p:spPr>
          <a:xfrm>
            <a:off x="25717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text-G">
            <a:extLst>
              <a:ext uri="{FF2B5EF4-FFF2-40B4-BE49-F238E27FC236}">
                <a16:creationId xmlns:a16="http://schemas.microsoft.com/office/drawing/2014/main" id="{83D18AC5-0449-4945-A1A0-1B297D45E8B0}"/>
              </a:ext>
            </a:extLst>
          </p:cNvPr>
          <p:cNvSpPr>
            <a:spLocks noGrp="1"/>
          </p:cNvSpPr>
          <p:nvPr/>
        </p:nvSpPr>
        <p:spPr>
          <a:xfrm>
            <a:off x="28765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5" name="text-T">
            <a:extLst>
              <a:ext uri="{FF2B5EF4-FFF2-40B4-BE49-F238E27FC236}">
                <a16:creationId xmlns:a16="http://schemas.microsoft.com/office/drawing/2014/main" id="{8E332AA2-065C-4ADD-8008-BF521B0FC5D2}"/>
              </a:ext>
            </a:extLst>
          </p:cNvPr>
          <p:cNvSpPr>
            <a:spLocks noGrp="1"/>
          </p:cNvSpPr>
          <p:nvPr/>
        </p:nvSpPr>
        <p:spPr>
          <a:xfrm>
            <a:off x="3181350" y="17907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6" name="text-B">
            <a:extLst>
              <a:ext uri="{FF2B5EF4-FFF2-40B4-BE49-F238E27FC236}">
                <a16:creationId xmlns:a16="http://schemas.microsoft.com/office/drawing/2014/main" id="{5A1EA7F4-873F-4A00-9BDE-DBF7E445C119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text-A">
            <a:extLst>
              <a:ext uri="{FF2B5EF4-FFF2-40B4-BE49-F238E27FC236}">
                <a16:creationId xmlns:a16="http://schemas.microsoft.com/office/drawing/2014/main" id="{CD458030-4335-4D78-8DF8-00F69BE1B399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" name="text-C">
            <a:extLst>
              <a:ext uri="{FF2B5EF4-FFF2-40B4-BE49-F238E27FC236}">
                <a16:creationId xmlns:a16="http://schemas.microsoft.com/office/drawing/2014/main" id="{FA2CC35B-BFE1-4F6A-870F-BE157B3FECDA}"/>
              </a:ext>
            </a:extLst>
          </p:cNvPr>
          <p:cNvSpPr>
            <a:spLocks noGrp="1"/>
          </p:cNvSpPr>
          <p:nvPr/>
        </p:nvSpPr>
        <p:spPr>
          <a:xfrm>
            <a:off x="13525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text-G">
            <a:extLst>
              <a:ext uri="{FF2B5EF4-FFF2-40B4-BE49-F238E27FC236}">
                <a16:creationId xmlns:a16="http://schemas.microsoft.com/office/drawing/2014/main" id="{BF234ABE-4033-4A8E-8AAE-912118FE3500}"/>
              </a:ext>
            </a:extLst>
          </p:cNvPr>
          <p:cNvSpPr>
            <a:spLocks noGrp="1"/>
          </p:cNvSpPr>
          <p:nvPr/>
        </p:nvSpPr>
        <p:spPr>
          <a:xfrm>
            <a:off x="16573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0" name="text-T">
            <a:extLst>
              <a:ext uri="{FF2B5EF4-FFF2-40B4-BE49-F238E27FC236}">
                <a16:creationId xmlns:a16="http://schemas.microsoft.com/office/drawing/2014/main" id="{CA187045-C98A-4A60-B92A-D2CE82B2D54B}"/>
              </a:ext>
            </a:extLst>
          </p:cNvPr>
          <p:cNvSpPr>
            <a:spLocks noGrp="1"/>
          </p:cNvSpPr>
          <p:nvPr/>
        </p:nvSpPr>
        <p:spPr>
          <a:xfrm>
            <a:off x="19621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1" name="text-A">
            <a:extLst>
              <a:ext uri="{FF2B5EF4-FFF2-40B4-BE49-F238E27FC236}">
                <a16:creationId xmlns:a16="http://schemas.microsoft.com/office/drawing/2014/main" id="{31D794E2-71CF-4CA6-A56A-3DA9F4EBB580}"/>
              </a:ext>
            </a:extLst>
          </p:cNvPr>
          <p:cNvSpPr>
            <a:spLocks noGrp="1"/>
          </p:cNvSpPr>
          <p:nvPr/>
        </p:nvSpPr>
        <p:spPr>
          <a:xfrm>
            <a:off x="22669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text-C">
            <a:extLst>
              <a:ext uri="{FF2B5EF4-FFF2-40B4-BE49-F238E27FC236}">
                <a16:creationId xmlns:a16="http://schemas.microsoft.com/office/drawing/2014/main" id="{2B25EBD5-0F56-4EDE-B198-C9A870A9F059}"/>
              </a:ext>
            </a:extLst>
          </p:cNvPr>
          <p:cNvSpPr>
            <a:spLocks noGrp="1"/>
          </p:cNvSpPr>
          <p:nvPr/>
        </p:nvSpPr>
        <p:spPr>
          <a:xfrm>
            <a:off x="25717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text-G">
            <a:extLst>
              <a:ext uri="{FF2B5EF4-FFF2-40B4-BE49-F238E27FC236}">
                <a16:creationId xmlns:a16="http://schemas.microsoft.com/office/drawing/2014/main" id="{B5F5CF9D-A0E5-4C08-8199-1E2381C2A817}"/>
              </a:ext>
            </a:extLst>
          </p:cNvPr>
          <p:cNvSpPr>
            <a:spLocks noGrp="1"/>
          </p:cNvSpPr>
          <p:nvPr/>
        </p:nvSpPr>
        <p:spPr>
          <a:xfrm>
            <a:off x="28765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4" name="text-A">
            <a:extLst>
              <a:ext uri="{FF2B5EF4-FFF2-40B4-BE49-F238E27FC236}">
                <a16:creationId xmlns:a16="http://schemas.microsoft.com/office/drawing/2014/main" id="{EE0527FC-A03C-4931-BF63-AD034C32A593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text-C">
            <a:extLst>
              <a:ext uri="{FF2B5EF4-FFF2-40B4-BE49-F238E27FC236}">
                <a16:creationId xmlns:a16="http://schemas.microsoft.com/office/drawing/2014/main" id="{B6101562-C3FE-4B08-A1E5-52A108FAE0DC}"/>
              </a:ext>
            </a:extLst>
          </p:cNvPr>
          <p:cNvSpPr>
            <a:spLocks noGrp="1"/>
          </p:cNvSpPr>
          <p:nvPr/>
        </p:nvSpPr>
        <p:spPr>
          <a:xfrm>
            <a:off x="647700" y="259080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" name="text-A">
            <a:extLst>
              <a:ext uri="{FF2B5EF4-FFF2-40B4-BE49-F238E27FC236}">
                <a16:creationId xmlns:a16="http://schemas.microsoft.com/office/drawing/2014/main" id="{1F97AC9B-1540-454E-9EFB-2B09A6B20306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text-T">
            <a:extLst>
              <a:ext uri="{FF2B5EF4-FFF2-40B4-BE49-F238E27FC236}">
                <a16:creationId xmlns:a16="http://schemas.microsoft.com/office/drawing/2014/main" id="{B36069E6-3CFE-42D5-9730-7EA2F3E308BF}"/>
              </a:ext>
            </a:extLst>
          </p:cNvPr>
          <p:cNvSpPr>
            <a:spLocks noGrp="1"/>
          </p:cNvSpPr>
          <p:nvPr/>
        </p:nvSpPr>
        <p:spPr>
          <a:xfrm>
            <a:off x="13525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8" name="text-G">
            <a:extLst>
              <a:ext uri="{FF2B5EF4-FFF2-40B4-BE49-F238E27FC236}">
                <a16:creationId xmlns:a16="http://schemas.microsoft.com/office/drawing/2014/main" id="{D7778BCB-DA7D-4E0A-85D9-A667F623CD44}"/>
              </a:ext>
            </a:extLst>
          </p:cNvPr>
          <p:cNvSpPr>
            <a:spLocks noGrp="1"/>
          </p:cNvSpPr>
          <p:nvPr/>
        </p:nvSpPr>
        <p:spPr>
          <a:xfrm>
            <a:off x="16573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9" name="text-T">
            <a:extLst>
              <a:ext uri="{FF2B5EF4-FFF2-40B4-BE49-F238E27FC236}">
                <a16:creationId xmlns:a16="http://schemas.microsoft.com/office/drawing/2014/main" id="{C5A8D9F2-18C6-4B15-A691-E215383BC85A}"/>
              </a:ext>
            </a:extLst>
          </p:cNvPr>
          <p:cNvSpPr>
            <a:spLocks noGrp="1"/>
          </p:cNvSpPr>
          <p:nvPr/>
        </p:nvSpPr>
        <p:spPr>
          <a:xfrm>
            <a:off x="19621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0" name="text-T">
            <a:extLst>
              <a:ext uri="{FF2B5EF4-FFF2-40B4-BE49-F238E27FC236}">
                <a16:creationId xmlns:a16="http://schemas.microsoft.com/office/drawing/2014/main" id="{1DA82234-33B9-4197-8C78-124BBAC4D05A}"/>
              </a:ext>
            </a:extLst>
          </p:cNvPr>
          <p:cNvSpPr>
            <a:spLocks noGrp="1"/>
          </p:cNvSpPr>
          <p:nvPr/>
        </p:nvSpPr>
        <p:spPr>
          <a:xfrm>
            <a:off x="22669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1" name="text-C">
            <a:extLst>
              <a:ext uri="{FF2B5EF4-FFF2-40B4-BE49-F238E27FC236}">
                <a16:creationId xmlns:a16="http://schemas.microsoft.com/office/drawing/2014/main" id="{BFD60D54-3079-4C66-ACB0-2AE732BAE9FD}"/>
              </a:ext>
            </a:extLst>
          </p:cNvPr>
          <p:cNvSpPr>
            <a:spLocks noGrp="1"/>
          </p:cNvSpPr>
          <p:nvPr/>
        </p:nvSpPr>
        <p:spPr>
          <a:xfrm>
            <a:off x="25717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2" name="text-G">
            <a:extLst>
              <a:ext uri="{FF2B5EF4-FFF2-40B4-BE49-F238E27FC236}">
                <a16:creationId xmlns:a16="http://schemas.microsoft.com/office/drawing/2014/main" id="{45D3F5C9-2062-47ED-B3AC-4E8941E35373}"/>
              </a:ext>
            </a:extLst>
          </p:cNvPr>
          <p:cNvSpPr>
            <a:spLocks noGrp="1"/>
          </p:cNvSpPr>
          <p:nvPr/>
        </p:nvSpPr>
        <p:spPr>
          <a:xfrm>
            <a:off x="28765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3" name="text-A">
            <a:extLst>
              <a:ext uri="{FF2B5EF4-FFF2-40B4-BE49-F238E27FC236}">
                <a16:creationId xmlns:a16="http://schemas.microsoft.com/office/drawing/2014/main" id="{0246415E-E219-488E-824D-9FAD235C397B}"/>
              </a:ext>
            </a:extLst>
          </p:cNvPr>
          <p:cNvSpPr>
            <a:spLocks noGrp="1"/>
          </p:cNvSpPr>
          <p:nvPr/>
        </p:nvSpPr>
        <p:spPr>
          <a:xfrm>
            <a:off x="3181350" y="25908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4" name="text-D">
            <a:extLst>
              <a:ext uri="{FF2B5EF4-FFF2-40B4-BE49-F238E27FC236}">
                <a16:creationId xmlns:a16="http://schemas.microsoft.com/office/drawing/2014/main" id="{96D8641C-C82E-4FFB-AC5C-2612DB18B5BE}"/>
              </a:ext>
            </a:extLst>
          </p:cNvPr>
          <p:cNvSpPr>
            <a:spLocks noGrp="1"/>
          </p:cNvSpPr>
          <p:nvPr/>
        </p:nvSpPr>
        <p:spPr>
          <a:xfrm>
            <a:off x="647700" y="299085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5" name="text-A">
            <a:extLst>
              <a:ext uri="{FF2B5EF4-FFF2-40B4-BE49-F238E27FC236}">
                <a16:creationId xmlns:a16="http://schemas.microsoft.com/office/drawing/2014/main" id="{211E080D-BC16-42A9-891B-27B21DB77F8C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6" name="text-T">
            <a:extLst>
              <a:ext uri="{FF2B5EF4-FFF2-40B4-BE49-F238E27FC236}">
                <a16:creationId xmlns:a16="http://schemas.microsoft.com/office/drawing/2014/main" id="{52BB0798-B4AC-4C6E-85EC-0A572ED3C23F}"/>
              </a:ext>
            </a:extLst>
          </p:cNvPr>
          <p:cNvSpPr>
            <a:spLocks noGrp="1"/>
          </p:cNvSpPr>
          <p:nvPr/>
        </p:nvSpPr>
        <p:spPr>
          <a:xfrm>
            <a:off x="13525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7" name="text-G">
            <a:extLst>
              <a:ext uri="{FF2B5EF4-FFF2-40B4-BE49-F238E27FC236}">
                <a16:creationId xmlns:a16="http://schemas.microsoft.com/office/drawing/2014/main" id="{491618AC-03E3-4BAB-B512-7DD4E7DF97EE}"/>
              </a:ext>
            </a:extLst>
          </p:cNvPr>
          <p:cNvSpPr>
            <a:spLocks noGrp="1"/>
          </p:cNvSpPr>
          <p:nvPr/>
        </p:nvSpPr>
        <p:spPr>
          <a:xfrm>
            <a:off x="16573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8" name="text-T">
            <a:extLst>
              <a:ext uri="{FF2B5EF4-FFF2-40B4-BE49-F238E27FC236}">
                <a16:creationId xmlns:a16="http://schemas.microsoft.com/office/drawing/2014/main" id="{206F508B-8435-4E7E-9B47-0C6B51F9EBBB}"/>
              </a:ext>
            </a:extLst>
          </p:cNvPr>
          <p:cNvSpPr>
            <a:spLocks noGrp="1"/>
          </p:cNvSpPr>
          <p:nvPr/>
        </p:nvSpPr>
        <p:spPr>
          <a:xfrm>
            <a:off x="19621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9" name="text-T">
            <a:extLst>
              <a:ext uri="{FF2B5EF4-FFF2-40B4-BE49-F238E27FC236}">
                <a16:creationId xmlns:a16="http://schemas.microsoft.com/office/drawing/2014/main" id="{636ED7BD-1501-4414-9A7A-6E4905B5AEA3}"/>
              </a:ext>
            </a:extLst>
          </p:cNvPr>
          <p:cNvSpPr>
            <a:spLocks noGrp="1"/>
          </p:cNvSpPr>
          <p:nvPr/>
        </p:nvSpPr>
        <p:spPr>
          <a:xfrm>
            <a:off x="22669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40" name="text-C">
            <a:extLst>
              <a:ext uri="{FF2B5EF4-FFF2-40B4-BE49-F238E27FC236}">
                <a16:creationId xmlns:a16="http://schemas.microsoft.com/office/drawing/2014/main" id="{333E1AF1-4308-4281-8B8E-B8A46C415715}"/>
              </a:ext>
            </a:extLst>
          </p:cNvPr>
          <p:cNvSpPr>
            <a:spLocks noGrp="1"/>
          </p:cNvSpPr>
          <p:nvPr/>
        </p:nvSpPr>
        <p:spPr>
          <a:xfrm>
            <a:off x="25717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1" name="text-G">
            <a:extLst>
              <a:ext uri="{FF2B5EF4-FFF2-40B4-BE49-F238E27FC236}">
                <a16:creationId xmlns:a16="http://schemas.microsoft.com/office/drawing/2014/main" id="{90C2825A-39EB-42F0-AC0A-756A8427F2C8}"/>
              </a:ext>
            </a:extLst>
          </p:cNvPr>
          <p:cNvSpPr>
            <a:spLocks noGrp="1"/>
          </p:cNvSpPr>
          <p:nvPr/>
        </p:nvSpPr>
        <p:spPr>
          <a:xfrm>
            <a:off x="28765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2" name="text-G">
            <a:extLst>
              <a:ext uri="{FF2B5EF4-FFF2-40B4-BE49-F238E27FC236}">
                <a16:creationId xmlns:a16="http://schemas.microsoft.com/office/drawing/2014/main" id="{1434A023-0A08-4734-9925-4F617DEB67A4}"/>
              </a:ext>
            </a:extLst>
          </p:cNvPr>
          <p:cNvSpPr>
            <a:spLocks noGrp="1"/>
          </p:cNvSpPr>
          <p:nvPr/>
        </p:nvSpPr>
        <p:spPr>
          <a:xfrm>
            <a:off x="3181350" y="29908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3" name="rect-42">
            <a:extLst>
              <a:ext uri="{FF2B5EF4-FFF2-40B4-BE49-F238E27FC236}">
                <a16:creationId xmlns:a16="http://schemas.microsoft.com/office/drawing/2014/main" id="{B1B7C0FA-7A3E-4820-8C0E-77ED33A339FC}"/>
              </a:ext>
            </a:extLst>
          </p:cNvPr>
          <p:cNvSpPr>
            <a:spLocks noGrp="1"/>
          </p:cNvSpPr>
          <p:nvPr/>
        </p:nvSpPr>
        <p:spPr>
          <a:xfrm>
            <a:off x="3933825" y="2522220"/>
            <a:ext cx="733425" cy="2286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94AB78C-E616-4E8A-AC43-3FEC03C6066E}"/>
              </a:ext>
            </a:extLst>
          </p:cNvPr>
          <p:cNvSpPr>
            <a:spLocks noGrp="1"/>
          </p:cNvSpPr>
          <p:nvPr/>
        </p:nvSpPr>
        <p:spPr>
          <a:xfrm>
            <a:off x="4600378" y="2497118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-44">
            <a:extLst>
              <a:ext uri="{FF2B5EF4-FFF2-40B4-BE49-F238E27FC236}">
                <a16:creationId xmlns:a16="http://schemas.microsoft.com/office/drawing/2014/main" id="{B61E315F-135E-49FB-A006-0CC5E6B932D0}"/>
              </a:ext>
            </a:extLst>
          </p:cNvPr>
          <p:cNvSpPr>
            <a:spLocks noGrp="1"/>
          </p:cNvSpPr>
          <p:nvPr/>
        </p:nvSpPr>
        <p:spPr>
          <a:xfrm>
            <a:off x="5207794" y="276225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-45">
            <a:extLst>
              <a:ext uri="{FF2B5EF4-FFF2-40B4-BE49-F238E27FC236}">
                <a16:creationId xmlns:a16="http://schemas.microsoft.com/office/drawing/2014/main" id="{1E2AFA3E-C103-442C-B47A-A327A7B3C5B2}"/>
              </a:ext>
            </a:extLst>
          </p:cNvPr>
          <p:cNvSpPr>
            <a:spLocks noGrp="1"/>
          </p:cNvSpPr>
          <p:nvPr/>
        </p:nvSpPr>
        <p:spPr>
          <a:xfrm>
            <a:off x="5205413" y="2127250"/>
            <a:ext cx="28575" cy="12700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-46">
            <a:extLst>
              <a:ext uri="{FF2B5EF4-FFF2-40B4-BE49-F238E27FC236}">
                <a16:creationId xmlns:a16="http://schemas.microsoft.com/office/drawing/2014/main" id="{E8EF4B03-2798-4FAB-A6AA-5A3EF5608F0B}"/>
              </a:ext>
            </a:extLst>
          </p:cNvPr>
          <p:cNvSpPr>
            <a:spLocks noGrp="1"/>
          </p:cNvSpPr>
          <p:nvPr/>
        </p:nvSpPr>
        <p:spPr>
          <a:xfrm>
            <a:off x="5048250" y="274796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-47">
            <a:extLst>
              <a:ext uri="{FF2B5EF4-FFF2-40B4-BE49-F238E27FC236}">
                <a16:creationId xmlns:a16="http://schemas.microsoft.com/office/drawing/2014/main" id="{8596870F-84E8-4489-82F2-23C4ADBFC35E}"/>
              </a:ext>
            </a:extLst>
          </p:cNvPr>
          <p:cNvSpPr>
            <a:spLocks noGrp="1"/>
          </p:cNvSpPr>
          <p:nvPr/>
        </p:nvSpPr>
        <p:spPr>
          <a:xfrm>
            <a:off x="5219700" y="2112963"/>
            <a:ext cx="105727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-48">
            <a:extLst>
              <a:ext uri="{FF2B5EF4-FFF2-40B4-BE49-F238E27FC236}">
                <a16:creationId xmlns:a16="http://schemas.microsoft.com/office/drawing/2014/main" id="{918BBA21-C4A5-4DB7-BD78-8A40ECA236CF}"/>
              </a:ext>
            </a:extLst>
          </p:cNvPr>
          <p:cNvSpPr>
            <a:spLocks noGrp="1"/>
          </p:cNvSpPr>
          <p:nvPr/>
        </p:nvSpPr>
        <p:spPr>
          <a:xfrm>
            <a:off x="6262688" y="1809750"/>
            <a:ext cx="28575" cy="6350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9801761-6186-42FD-AC9D-1F1EA2C1D0F4}"/>
              </a:ext>
            </a:extLst>
          </p:cNvPr>
          <p:cNvSpPr>
            <a:spLocks noGrp="1"/>
          </p:cNvSpPr>
          <p:nvPr/>
        </p:nvSpPr>
        <p:spPr>
          <a:xfrm>
            <a:off x="6238875" y="20891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-50">
            <a:extLst>
              <a:ext uri="{FF2B5EF4-FFF2-40B4-BE49-F238E27FC236}">
                <a16:creationId xmlns:a16="http://schemas.microsoft.com/office/drawing/2014/main" id="{3D219659-B79E-4B01-A056-2AAF9E604A16}"/>
              </a:ext>
            </a:extLst>
          </p:cNvPr>
          <p:cNvSpPr>
            <a:spLocks noGrp="1"/>
          </p:cNvSpPr>
          <p:nvPr/>
        </p:nvSpPr>
        <p:spPr>
          <a:xfrm>
            <a:off x="6276975" y="1795463"/>
            <a:ext cx="105727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53F1301-CD8C-47E1-BEA1-B61214B87B4E}"/>
              </a:ext>
            </a:extLst>
          </p:cNvPr>
          <p:cNvSpPr>
            <a:spLocks noGrp="1"/>
          </p:cNvSpPr>
          <p:nvPr/>
        </p:nvSpPr>
        <p:spPr>
          <a:xfrm>
            <a:off x="7296150" y="17716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-A">
            <a:extLst>
              <a:ext uri="{FF2B5EF4-FFF2-40B4-BE49-F238E27FC236}">
                <a16:creationId xmlns:a16="http://schemas.microsoft.com/office/drawing/2014/main" id="{073EE825-6FBA-4BED-B9A9-942347DAA8BB}"/>
              </a:ext>
            </a:extLst>
          </p:cNvPr>
          <p:cNvSpPr>
            <a:spLocks noGrp="1"/>
          </p:cNvSpPr>
          <p:nvPr/>
        </p:nvSpPr>
        <p:spPr>
          <a:xfrm>
            <a:off x="7458075" y="1685925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rect-53">
            <a:extLst>
              <a:ext uri="{FF2B5EF4-FFF2-40B4-BE49-F238E27FC236}">
                <a16:creationId xmlns:a16="http://schemas.microsoft.com/office/drawing/2014/main" id="{B120BACF-1ABD-4CC7-B98D-6B1E5B70FD9B}"/>
              </a:ext>
            </a:extLst>
          </p:cNvPr>
          <p:cNvSpPr>
            <a:spLocks noGrp="1"/>
          </p:cNvSpPr>
          <p:nvPr/>
        </p:nvSpPr>
        <p:spPr>
          <a:xfrm>
            <a:off x="6276975" y="2430463"/>
            <a:ext cx="105727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482F64F-2737-4C5F-ABF5-1128AB270505}"/>
              </a:ext>
            </a:extLst>
          </p:cNvPr>
          <p:cNvSpPr>
            <a:spLocks noGrp="1"/>
          </p:cNvSpPr>
          <p:nvPr/>
        </p:nvSpPr>
        <p:spPr>
          <a:xfrm>
            <a:off x="7296150" y="24066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-B">
            <a:extLst>
              <a:ext uri="{FF2B5EF4-FFF2-40B4-BE49-F238E27FC236}">
                <a16:creationId xmlns:a16="http://schemas.microsoft.com/office/drawing/2014/main" id="{01B5076A-8685-4514-8C4A-6F0AF3977D12}"/>
              </a:ext>
            </a:extLst>
          </p:cNvPr>
          <p:cNvSpPr>
            <a:spLocks noGrp="1"/>
          </p:cNvSpPr>
          <p:nvPr/>
        </p:nvSpPr>
        <p:spPr>
          <a:xfrm>
            <a:off x="7458075" y="2320925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rect-56">
            <a:extLst>
              <a:ext uri="{FF2B5EF4-FFF2-40B4-BE49-F238E27FC236}">
                <a16:creationId xmlns:a16="http://schemas.microsoft.com/office/drawing/2014/main" id="{273AF696-E0C2-41F9-9C2E-78FB0AC07A32}"/>
              </a:ext>
            </a:extLst>
          </p:cNvPr>
          <p:cNvSpPr>
            <a:spLocks noGrp="1"/>
          </p:cNvSpPr>
          <p:nvPr/>
        </p:nvSpPr>
        <p:spPr>
          <a:xfrm>
            <a:off x="5219700" y="3382963"/>
            <a:ext cx="105727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-57">
            <a:extLst>
              <a:ext uri="{FF2B5EF4-FFF2-40B4-BE49-F238E27FC236}">
                <a16:creationId xmlns:a16="http://schemas.microsoft.com/office/drawing/2014/main" id="{21AF6957-9B9C-4812-8208-7717A50C59C5}"/>
              </a:ext>
            </a:extLst>
          </p:cNvPr>
          <p:cNvSpPr>
            <a:spLocks noGrp="1"/>
          </p:cNvSpPr>
          <p:nvPr/>
        </p:nvSpPr>
        <p:spPr>
          <a:xfrm>
            <a:off x="6262688" y="3079750"/>
            <a:ext cx="28575" cy="6350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380236F-22D8-4814-81C4-68771D860AE5}"/>
              </a:ext>
            </a:extLst>
          </p:cNvPr>
          <p:cNvSpPr>
            <a:spLocks noGrp="1"/>
          </p:cNvSpPr>
          <p:nvPr/>
        </p:nvSpPr>
        <p:spPr>
          <a:xfrm>
            <a:off x="6238875" y="33591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-59">
            <a:extLst>
              <a:ext uri="{FF2B5EF4-FFF2-40B4-BE49-F238E27FC236}">
                <a16:creationId xmlns:a16="http://schemas.microsoft.com/office/drawing/2014/main" id="{B26C97FC-9051-4451-96B8-A9B80582B033}"/>
              </a:ext>
            </a:extLst>
          </p:cNvPr>
          <p:cNvSpPr>
            <a:spLocks noGrp="1"/>
          </p:cNvSpPr>
          <p:nvPr/>
        </p:nvSpPr>
        <p:spPr>
          <a:xfrm>
            <a:off x="6276975" y="3065463"/>
            <a:ext cx="105727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4C95034-DBB6-417A-9B24-202809FFAEF4}"/>
              </a:ext>
            </a:extLst>
          </p:cNvPr>
          <p:cNvSpPr>
            <a:spLocks noGrp="1"/>
          </p:cNvSpPr>
          <p:nvPr/>
        </p:nvSpPr>
        <p:spPr>
          <a:xfrm>
            <a:off x="7296150" y="30416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-C">
            <a:extLst>
              <a:ext uri="{FF2B5EF4-FFF2-40B4-BE49-F238E27FC236}">
                <a16:creationId xmlns:a16="http://schemas.microsoft.com/office/drawing/2014/main" id="{A186962B-4A0F-4EBE-B011-6D48C93AB7E6}"/>
              </a:ext>
            </a:extLst>
          </p:cNvPr>
          <p:cNvSpPr>
            <a:spLocks noGrp="1"/>
          </p:cNvSpPr>
          <p:nvPr/>
        </p:nvSpPr>
        <p:spPr>
          <a:xfrm>
            <a:off x="7458075" y="2955925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3" name="rect-62">
            <a:extLst>
              <a:ext uri="{FF2B5EF4-FFF2-40B4-BE49-F238E27FC236}">
                <a16:creationId xmlns:a16="http://schemas.microsoft.com/office/drawing/2014/main" id="{2BE5EA7D-358F-46EB-9547-6E524CD13522}"/>
              </a:ext>
            </a:extLst>
          </p:cNvPr>
          <p:cNvSpPr>
            <a:spLocks noGrp="1"/>
          </p:cNvSpPr>
          <p:nvPr/>
        </p:nvSpPr>
        <p:spPr>
          <a:xfrm>
            <a:off x="6276975" y="3700463"/>
            <a:ext cx="105727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D491F96-6344-49D0-96DE-77B4692B7F87}"/>
              </a:ext>
            </a:extLst>
          </p:cNvPr>
          <p:cNvSpPr>
            <a:spLocks noGrp="1"/>
          </p:cNvSpPr>
          <p:nvPr/>
        </p:nvSpPr>
        <p:spPr>
          <a:xfrm>
            <a:off x="7296150" y="36766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-D">
            <a:extLst>
              <a:ext uri="{FF2B5EF4-FFF2-40B4-BE49-F238E27FC236}">
                <a16:creationId xmlns:a16="http://schemas.microsoft.com/office/drawing/2014/main" id="{0E03835D-971D-49C8-8EC1-A8331A9A3559}"/>
              </a:ext>
            </a:extLst>
          </p:cNvPr>
          <p:cNvSpPr>
            <a:spLocks noGrp="1"/>
          </p:cNvSpPr>
          <p:nvPr/>
        </p:nvSpPr>
        <p:spPr>
          <a:xfrm>
            <a:off x="7458075" y="3590925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C744D6D-3350-40A8-973C-266FDF7148EE}"/>
              </a:ext>
            </a:extLst>
          </p:cNvPr>
          <p:cNvSpPr>
            <a:spLocks noGrp="1"/>
          </p:cNvSpPr>
          <p:nvPr/>
        </p:nvSpPr>
        <p:spPr>
          <a:xfrm>
            <a:off x="5181600" y="272415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-Which branching history explains these patterns?">
            <a:extLst>
              <a:ext uri="{FF2B5EF4-FFF2-40B4-BE49-F238E27FC236}">
                <a16:creationId xmlns:a16="http://schemas.microsoft.com/office/drawing/2014/main" id="{2D86A27A-F1DA-4AF5-A80F-CF6A14A99138}"/>
              </a:ext>
            </a:extLst>
          </p:cNvPr>
          <p:cNvSpPr>
            <a:spLocks noGrp="1"/>
          </p:cNvSpPr>
          <p:nvPr/>
        </p:nvSpPr>
        <p:spPr>
          <a:xfrm>
            <a:off x="628650" y="399097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Which branching history explains these patterns?</a:t>
            </a:r>
          </a:p>
        </p:txBody>
      </p:sp>
    </p:spTree>
    <p:extLst>
      <p:ext uri="{BB962C8B-B14F-4D97-AF65-F5344CB8AC3E}">
        <p14:creationId xmlns:p14="http://schemas.microsoft.com/office/powerpoint/2010/main" val="86281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984B4BF-A7FE-4DCC-912E-D41F8CD5D069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8EA0460-2E63-414B-9F8F-D79821376991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9D302439-26DC-4A20-8C47-21F4461AA722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Tips, ancestors, and clades">
            <a:extLst>
              <a:ext uri="{FF2B5EF4-FFF2-40B4-BE49-F238E27FC236}">
                <a16:creationId xmlns:a16="http://schemas.microsoft.com/office/drawing/2014/main" id="{17C29593-2327-4F23-A94B-FE09AD46E40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Tips, ancestors, and clades</a:t>
            </a:r>
          </a:p>
        </p:txBody>
      </p:sp>
      <p:sp>
        <p:nvSpPr>
          <p:cNvPr id="5" name="text-03">
            <a:extLst>
              <a:ext uri="{FF2B5EF4-FFF2-40B4-BE49-F238E27FC236}">
                <a16:creationId xmlns:a16="http://schemas.microsoft.com/office/drawing/2014/main" id="{C2631629-2A31-4C1A-8E6D-7DD0CF90DA8F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-5">
            <a:extLst>
              <a:ext uri="{FF2B5EF4-FFF2-40B4-BE49-F238E27FC236}">
                <a16:creationId xmlns:a16="http://schemas.microsoft.com/office/drawing/2014/main" id="{7B7C9B1B-C045-4FFC-B65E-871E6F336E7C}"/>
              </a:ext>
            </a:extLst>
          </p:cNvPr>
          <p:cNvSpPr>
            <a:spLocks noGrp="1"/>
          </p:cNvSpPr>
          <p:nvPr/>
        </p:nvSpPr>
        <p:spPr>
          <a:xfrm>
            <a:off x="2370773" y="1504950"/>
            <a:ext cx="2334577" cy="111125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8E2117B4-E291-4A67-AC4A-2BA3419D4B43}"/>
              </a:ext>
            </a:extLst>
          </p:cNvPr>
          <p:cNvSpPr>
            <a:spLocks noGrp="1"/>
          </p:cNvSpPr>
          <p:nvPr/>
        </p:nvSpPr>
        <p:spPr>
          <a:xfrm>
            <a:off x="940594" y="276225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FE079551-FEFF-494D-A21F-66B2EA645B9A}"/>
              </a:ext>
            </a:extLst>
          </p:cNvPr>
          <p:cNvSpPr>
            <a:spLocks noGrp="1"/>
          </p:cNvSpPr>
          <p:nvPr/>
        </p:nvSpPr>
        <p:spPr>
          <a:xfrm>
            <a:off x="938213" y="2051050"/>
            <a:ext cx="28575" cy="14224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9C60DF0C-8CB7-4B4B-A867-3E0241ABEDE3}"/>
              </a:ext>
            </a:extLst>
          </p:cNvPr>
          <p:cNvSpPr>
            <a:spLocks noGrp="1"/>
          </p:cNvSpPr>
          <p:nvPr/>
        </p:nvSpPr>
        <p:spPr>
          <a:xfrm>
            <a:off x="781050" y="274796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5D149381-FC85-4700-9E04-601A500FC34B}"/>
              </a:ext>
            </a:extLst>
          </p:cNvPr>
          <p:cNvSpPr>
            <a:spLocks noGrp="1"/>
          </p:cNvSpPr>
          <p:nvPr/>
        </p:nvSpPr>
        <p:spPr>
          <a:xfrm>
            <a:off x="952500" y="2036763"/>
            <a:ext cx="158972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3E05EFEB-1AD1-47DF-AB39-8B2668C8E171}"/>
              </a:ext>
            </a:extLst>
          </p:cNvPr>
          <p:cNvSpPr>
            <a:spLocks noGrp="1"/>
          </p:cNvSpPr>
          <p:nvPr/>
        </p:nvSpPr>
        <p:spPr>
          <a:xfrm>
            <a:off x="2527935" y="1695450"/>
            <a:ext cx="28575" cy="7112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5087A4-62BE-4507-B834-7E2037187706}"/>
              </a:ext>
            </a:extLst>
          </p:cNvPr>
          <p:cNvSpPr>
            <a:spLocks noGrp="1"/>
          </p:cNvSpPr>
          <p:nvPr/>
        </p:nvSpPr>
        <p:spPr>
          <a:xfrm>
            <a:off x="2504123" y="20129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26496B6F-240F-4A43-A24C-C2FAF6664789}"/>
              </a:ext>
            </a:extLst>
          </p:cNvPr>
          <p:cNvSpPr>
            <a:spLocks noGrp="1"/>
          </p:cNvSpPr>
          <p:nvPr/>
        </p:nvSpPr>
        <p:spPr>
          <a:xfrm>
            <a:off x="2542223" y="1681163"/>
            <a:ext cx="1515428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2EC63C-70C2-4FB1-A927-9A0FC334FCD3}"/>
              </a:ext>
            </a:extLst>
          </p:cNvPr>
          <p:cNvSpPr>
            <a:spLocks noGrp="1"/>
          </p:cNvSpPr>
          <p:nvPr/>
        </p:nvSpPr>
        <p:spPr>
          <a:xfrm>
            <a:off x="4019550" y="16573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A">
            <a:extLst>
              <a:ext uri="{FF2B5EF4-FFF2-40B4-BE49-F238E27FC236}">
                <a16:creationId xmlns:a16="http://schemas.microsoft.com/office/drawing/2014/main" id="{BBE96C01-A4EA-4D36-BF2D-2E90D5BCD1B4}"/>
              </a:ext>
            </a:extLst>
          </p:cNvPr>
          <p:cNvSpPr>
            <a:spLocks noGrp="1"/>
          </p:cNvSpPr>
          <p:nvPr/>
        </p:nvSpPr>
        <p:spPr>
          <a:xfrm>
            <a:off x="4181475" y="1571625"/>
            <a:ext cx="90106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AEE2B47D-0257-4A30-95A9-3E9C3D610EB4}"/>
              </a:ext>
            </a:extLst>
          </p:cNvPr>
          <p:cNvSpPr>
            <a:spLocks noGrp="1"/>
          </p:cNvSpPr>
          <p:nvPr/>
        </p:nvSpPr>
        <p:spPr>
          <a:xfrm>
            <a:off x="2542223" y="2392363"/>
            <a:ext cx="1515428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2293FC-D50E-4E4A-B662-134E1FCB193E}"/>
              </a:ext>
            </a:extLst>
          </p:cNvPr>
          <p:cNvSpPr>
            <a:spLocks noGrp="1"/>
          </p:cNvSpPr>
          <p:nvPr/>
        </p:nvSpPr>
        <p:spPr>
          <a:xfrm>
            <a:off x="4019550" y="23685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B">
            <a:extLst>
              <a:ext uri="{FF2B5EF4-FFF2-40B4-BE49-F238E27FC236}">
                <a16:creationId xmlns:a16="http://schemas.microsoft.com/office/drawing/2014/main" id="{A49E9DEE-6572-406B-803D-306BCB65B55D}"/>
              </a:ext>
            </a:extLst>
          </p:cNvPr>
          <p:cNvSpPr>
            <a:spLocks noGrp="1"/>
          </p:cNvSpPr>
          <p:nvPr/>
        </p:nvSpPr>
        <p:spPr>
          <a:xfrm>
            <a:off x="4181475" y="2282825"/>
            <a:ext cx="90106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461E3F29-9177-4521-83DA-2465C1BEE191}"/>
              </a:ext>
            </a:extLst>
          </p:cNvPr>
          <p:cNvSpPr>
            <a:spLocks noGrp="1"/>
          </p:cNvSpPr>
          <p:nvPr/>
        </p:nvSpPr>
        <p:spPr>
          <a:xfrm>
            <a:off x="952500" y="3459163"/>
            <a:ext cx="158972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8E4FFFE2-65C6-40C9-AAA6-3B854780CC79}"/>
              </a:ext>
            </a:extLst>
          </p:cNvPr>
          <p:cNvSpPr>
            <a:spLocks noGrp="1"/>
          </p:cNvSpPr>
          <p:nvPr/>
        </p:nvSpPr>
        <p:spPr>
          <a:xfrm>
            <a:off x="2527935" y="3117850"/>
            <a:ext cx="28575" cy="7112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DC2824C-0F50-4452-B94F-EB05139BF268}"/>
              </a:ext>
            </a:extLst>
          </p:cNvPr>
          <p:cNvSpPr>
            <a:spLocks noGrp="1"/>
          </p:cNvSpPr>
          <p:nvPr/>
        </p:nvSpPr>
        <p:spPr>
          <a:xfrm>
            <a:off x="2504123" y="34353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841830E8-6AE3-409F-A47C-F7129288B212}"/>
              </a:ext>
            </a:extLst>
          </p:cNvPr>
          <p:cNvSpPr>
            <a:spLocks noGrp="1"/>
          </p:cNvSpPr>
          <p:nvPr/>
        </p:nvSpPr>
        <p:spPr>
          <a:xfrm>
            <a:off x="2542223" y="3103563"/>
            <a:ext cx="1515428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4A49F7-CC88-485B-9266-BD4E88E33B3F}"/>
              </a:ext>
            </a:extLst>
          </p:cNvPr>
          <p:cNvSpPr>
            <a:spLocks noGrp="1"/>
          </p:cNvSpPr>
          <p:nvPr/>
        </p:nvSpPr>
        <p:spPr>
          <a:xfrm>
            <a:off x="4019550" y="30797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C">
            <a:extLst>
              <a:ext uri="{FF2B5EF4-FFF2-40B4-BE49-F238E27FC236}">
                <a16:creationId xmlns:a16="http://schemas.microsoft.com/office/drawing/2014/main" id="{E1ACD245-4D05-43E4-A768-8CD5A0379CD6}"/>
              </a:ext>
            </a:extLst>
          </p:cNvPr>
          <p:cNvSpPr>
            <a:spLocks noGrp="1"/>
          </p:cNvSpPr>
          <p:nvPr/>
        </p:nvSpPr>
        <p:spPr>
          <a:xfrm>
            <a:off x="4181475" y="2994025"/>
            <a:ext cx="90106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24E86EB9-CE49-4E32-867E-154CAE706A36}"/>
              </a:ext>
            </a:extLst>
          </p:cNvPr>
          <p:cNvSpPr>
            <a:spLocks noGrp="1"/>
          </p:cNvSpPr>
          <p:nvPr/>
        </p:nvSpPr>
        <p:spPr>
          <a:xfrm>
            <a:off x="2542223" y="3814763"/>
            <a:ext cx="1515428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D040711-C4B6-4745-A7B5-C1613B16BA10}"/>
              </a:ext>
            </a:extLst>
          </p:cNvPr>
          <p:cNvSpPr>
            <a:spLocks noGrp="1"/>
          </p:cNvSpPr>
          <p:nvPr/>
        </p:nvSpPr>
        <p:spPr>
          <a:xfrm>
            <a:off x="4019550" y="37909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D">
            <a:extLst>
              <a:ext uri="{FF2B5EF4-FFF2-40B4-BE49-F238E27FC236}">
                <a16:creationId xmlns:a16="http://schemas.microsoft.com/office/drawing/2014/main" id="{78EA7DF5-CC3B-4BB7-A861-2F1584F26324}"/>
              </a:ext>
            </a:extLst>
          </p:cNvPr>
          <p:cNvSpPr>
            <a:spLocks noGrp="1"/>
          </p:cNvSpPr>
          <p:nvPr/>
        </p:nvSpPr>
        <p:spPr>
          <a:xfrm>
            <a:off x="4181475" y="3705225"/>
            <a:ext cx="90106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6D22CF-6B4C-4ECE-B1F5-E0D18795D51B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A–B clade">
            <a:extLst>
              <a:ext uri="{FF2B5EF4-FFF2-40B4-BE49-F238E27FC236}">
                <a16:creationId xmlns:a16="http://schemas.microsoft.com/office/drawing/2014/main" id="{D2284390-E6F9-4152-ABEF-4CBE8CA9722D}"/>
              </a:ext>
            </a:extLst>
          </p:cNvPr>
          <p:cNvSpPr>
            <a:spLocks noGrp="1"/>
          </p:cNvSpPr>
          <p:nvPr/>
        </p:nvSpPr>
        <p:spPr>
          <a:xfrm>
            <a:off x="2686050" y="13049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A–B clade</a:t>
            </a:r>
          </a:p>
        </p:txBody>
      </p:sp>
      <p:sp>
        <p:nvSpPr>
          <p:cNvPr id="30" name="text-Tip">
            <a:extLst>
              <a:ext uri="{FF2B5EF4-FFF2-40B4-BE49-F238E27FC236}">
                <a16:creationId xmlns:a16="http://schemas.microsoft.com/office/drawing/2014/main" id="{1021BA8C-0A6B-4AF7-91D5-AEA2D7C193EE}"/>
              </a:ext>
            </a:extLst>
          </p:cNvPr>
          <p:cNvSpPr>
            <a:spLocks noGrp="1"/>
          </p:cNvSpPr>
          <p:nvPr/>
        </p:nvSpPr>
        <p:spPr>
          <a:xfrm>
            <a:off x="5572125" y="15240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Tip</a:t>
            </a:r>
          </a:p>
        </p:txBody>
      </p:sp>
      <p:sp>
        <p:nvSpPr>
          <p:cNvPr id="31" name="text-A sampled sequence">
            <a:extLst>
              <a:ext uri="{FF2B5EF4-FFF2-40B4-BE49-F238E27FC236}">
                <a16:creationId xmlns:a16="http://schemas.microsoft.com/office/drawing/2014/main" id="{B2A41244-1539-4C49-B770-A56A9DFFE4D9}"/>
              </a:ext>
            </a:extLst>
          </p:cNvPr>
          <p:cNvSpPr>
            <a:spLocks noGrp="1"/>
          </p:cNvSpPr>
          <p:nvPr/>
        </p:nvSpPr>
        <p:spPr>
          <a:xfrm>
            <a:off x="5572125" y="18478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A sampled sequence</a:t>
            </a:r>
          </a:p>
        </p:txBody>
      </p:sp>
      <p:sp>
        <p:nvSpPr>
          <p:cNvPr id="32" name="text-Internal node">
            <a:extLst>
              <a:ext uri="{FF2B5EF4-FFF2-40B4-BE49-F238E27FC236}">
                <a16:creationId xmlns:a16="http://schemas.microsoft.com/office/drawing/2014/main" id="{002B97E7-A5E1-48F4-8A5C-F6A971517CE9}"/>
              </a:ext>
            </a:extLst>
          </p:cNvPr>
          <p:cNvSpPr>
            <a:spLocks noGrp="1"/>
          </p:cNvSpPr>
          <p:nvPr/>
        </p:nvSpPr>
        <p:spPr>
          <a:xfrm>
            <a:off x="5572125" y="24193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Internal node</a:t>
            </a:r>
          </a:p>
        </p:txBody>
      </p:sp>
      <p:sp>
        <p:nvSpPr>
          <p:cNvPr id="33" name="text-An inferred common ancestor">
            <a:extLst>
              <a:ext uri="{FF2B5EF4-FFF2-40B4-BE49-F238E27FC236}">
                <a16:creationId xmlns:a16="http://schemas.microsoft.com/office/drawing/2014/main" id="{415B12C6-D227-4CE7-9AF5-35A3E820959F}"/>
              </a:ext>
            </a:extLst>
          </p:cNvPr>
          <p:cNvSpPr>
            <a:spLocks noGrp="1"/>
          </p:cNvSpPr>
          <p:nvPr/>
        </p:nvSpPr>
        <p:spPr>
          <a:xfrm>
            <a:off x="5572125" y="27432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An inferred common ancestor</a:t>
            </a:r>
          </a:p>
        </p:txBody>
      </p:sp>
      <p:sp>
        <p:nvSpPr>
          <p:cNvPr id="34" name="text-Clade">
            <a:extLst>
              <a:ext uri="{FF2B5EF4-FFF2-40B4-BE49-F238E27FC236}">
                <a16:creationId xmlns:a16="http://schemas.microsoft.com/office/drawing/2014/main" id="{D60502A0-60D1-4DD9-894B-6AE89703465B}"/>
              </a:ext>
            </a:extLst>
          </p:cNvPr>
          <p:cNvSpPr>
            <a:spLocks noGrp="1"/>
          </p:cNvSpPr>
          <p:nvPr/>
        </p:nvSpPr>
        <p:spPr>
          <a:xfrm>
            <a:off x="5572125" y="33147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Clade</a:t>
            </a:r>
          </a:p>
        </p:txBody>
      </p:sp>
      <p:sp>
        <p:nvSpPr>
          <p:cNvPr id="35" name="text-An ancestor and all its descendants">
            <a:extLst>
              <a:ext uri="{FF2B5EF4-FFF2-40B4-BE49-F238E27FC236}">
                <a16:creationId xmlns:a16="http://schemas.microsoft.com/office/drawing/2014/main" id="{41A3839B-B113-4825-B8F8-EF0FEB89C2C8}"/>
              </a:ext>
            </a:extLst>
          </p:cNvPr>
          <p:cNvSpPr>
            <a:spLocks noGrp="1"/>
          </p:cNvSpPr>
          <p:nvPr/>
        </p:nvSpPr>
        <p:spPr>
          <a:xfrm>
            <a:off x="5572125" y="36385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An ancestor and all its descendants</a:t>
            </a:r>
          </a:p>
        </p:txBody>
      </p:sp>
      <p:sp>
        <p:nvSpPr>
          <p:cNvPr id="36" name="text-Schematic rooted tree; lengths not scaled">
            <a:extLst>
              <a:ext uri="{FF2B5EF4-FFF2-40B4-BE49-F238E27FC236}">
                <a16:creationId xmlns:a16="http://schemas.microsoft.com/office/drawing/2014/main" id="{45138FDC-9615-4E34-BD6C-6C985E5F7002}"/>
              </a:ext>
            </a:extLst>
          </p:cNvPr>
          <p:cNvSpPr>
            <a:spLocks noGrp="1"/>
          </p:cNvSpPr>
          <p:nvPr/>
        </p:nvSpPr>
        <p:spPr>
          <a:xfrm>
            <a:off x="628650" y="44005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Schematic rooted tree; lengths not scaled</a:t>
            </a:r>
          </a:p>
        </p:txBody>
      </p:sp>
    </p:spTree>
    <p:extLst>
      <p:ext uri="{BB962C8B-B14F-4D97-AF65-F5344CB8AC3E}">
        <p14:creationId xmlns:p14="http://schemas.microsoft.com/office/powerpoint/2010/main" val="162446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C90185-E926-4F42-86A7-8DFFA2471ECB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D2DD1B0-BE93-44FB-A262-6CB75B38CF5D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E8128B69-D1B5-40CA-82C6-5E268C6F7A00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Topology survives rotation">
            <a:extLst>
              <a:ext uri="{FF2B5EF4-FFF2-40B4-BE49-F238E27FC236}">
                <a16:creationId xmlns:a16="http://schemas.microsoft.com/office/drawing/2014/main" id="{291DF9E4-9BF7-4720-BB84-850AFAEF6C1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Topology survives rotation</a:t>
            </a:r>
          </a:p>
        </p:txBody>
      </p:sp>
      <p:sp>
        <p:nvSpPr>
          <p:cNvPr id="5" name="text-04">
            <a:extLst>
              <a:ext uri="{FF2B5EF4-FFF2-40B4-BE49-F238E27FC236}">
                <a16:creationId xmlns:a16="http://schemas.microsoft.com/office/drawing/2014/main" id="{D14A5534-26C8-4E3A-B244-26571901EA0E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-5">
            <a:extLst>
              <a:ext uri="{FF2B5EF4-FFF2-40B4-BE49-F238E27FC236}">
                <a16:creationId xmlns:a16="http://schemas.microsoft.com/office/drawing/2014/main" id="{A227CA29-1600-47E0-A320-4A913BD73534}"/>
              </a:ext>
            </a:extLst>
          </p:cNvPr>
          <p:cNvSpPr>
            <a:spLocks noGrp="1"/>
          </p:cNvSpPr>
          <p:nvPr/>
        </p:nvSpPr>
        <p:spPr>
          <a:xfrm>
            <a:off x="892969" y="266700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0D064473-507E-44E1-B359-0C86BC5A4E27}"/>
              </a:ext>
            </a:extLst>
          </p:cNvPr>
          <p:cNvSpPr>
            <a:spLocks noGrp="1"/>
          </p:cNvSpPr>
          <p:nvPr/>
        </p:nvSpPr>
        <p:spPr>
          <a:xfrm>
            <a:off x="890588" y="2133600"/>
            <a:ext cx="28575" cy="10668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D23AA90A-FA54-4E84-86B9-4D021B3F2E15}"/>
              </a:ext>
            </a:extLst>
          </p:cNvPr>
          <p:cNvSpPr>
            <a:spLocks noGrp="1"/>
          </p:cNvSpPr>
          <p:nvPr/>
        </p:nvSpPr>
        <p:spPr>
          <a:xfrm>
            <a:off x="733425" y="265271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B1BD1E8D-8F11-48AC-A6EB-5C9FD304B3F7}"/>
              </a:ext>
            </a:extLst>
          </p:cNvPr>
          <p:cNvSpPr>
            <a:spLocks noGrp="1"/>
          </p:cNvSpPr>
          <p:nvPr/>
        </p:nvSpPr>
        <p:spPr>
          <a:xfrm>
            <a:off x="904875" y="2119313"/>
            <a:ext cx="1077754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2BB95F73-56D9-4F4B-90A0-186BF3B509E9}"/>
              </a:ext>
            </a:extLst>
          </p:cNvPr>
          <p:cNvSpPr>
            <a:spLocks noGrp="1"/>
          </p:cNvSpPr>
          <p:nvPr/>
        </p:nvSpPr>
        <p:spPr>
          <a:xfrm>
            <a:off x="1968341" y="1866900"/>
            <a:ext cx="28575" cy="5334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91BE41-47B3-4B4A-9E90-1A0EC89CA300}"/>
              </a:ext>
            </a:extLst>
          </p:cNvPr>
          <p:cNvSpPr>
            <a:spLocks noGrp="1"/>
          </p:cNvSpPr>
          <p:nvPr/>
        </p:nvSpPr>
        <p:spPr>
          <a:xfrm>
            <a:off x="1944529" y="20955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-11">
            <a:extLst>
              <a:ext uri="{FF2B5EF4-FFF2-40B4-BE49-F238E27FC236}">
                <a16:creationId xmlns:a16="http://schemas.microsoft.com/office/drawing/2014/main" id="{B1F8B252-49EC-44D4-AD57-65F787A931A5}"/>
              </a:ext>
            </a:extLst>
          </p:cNvPr>
          <p:cNvSpPr>
            <a:spLocks noGrp="1"/>
          </p:cNvSpPr>
          <p:nvPr/>
        </p:nvSpPr>
        <p:spPr>
          <a:xfrm>
            <a:off x="1982629" y="1852613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9E6B9ED-C416-4BA6-A788-3F1BA1F6E3FB}"/>
              </a:ext>
            </a:extLst>
          </p:cNvPr>
          <p:cNvSpPr>
            <a:spLocks noGrp="1"/>
          </p:cNvSpPr>
          <p:nvPr/>
        </p:nvSpPr>
        <p:spPr>
          <a:xfrm>
            <a:off x="3019425" y="18288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A">
            <a:extLst>
              <a:ext uri="{FF2B5EF4-FFF2-40B4-BE49-F238E27FC236}">
                <a16:creationId xmlns:a16="http://schemas.microsoft.com/office/drawing/2014/main" id="{E48529A7-A7D3-4313-B2F2-CF31CA7C4D83}"/>
              </a:ext>
            </a:extLst>
          </p:cNvPr>
          <p:cNvSpPr>
            <a:spLocks noGrp="1"/>
          </p:cNvSpPr>
          <p:nvPr/>
        </p:nvSpPr>
        <p:spPr>
          <a:xfrm>
            <a:off x="3181350" y="17430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" name="rect-14">
            <a:extLst>
              <a:ext uri="{FF2B5EF4-FFF2-40B4-BE49-F238E27FC236}">
                <a16:creationId xmlns:a16="http://schemas.microsoft.com/office/drawing/2014/main" id="{D5A52F14-3515-4440-A50A-222DD862C39C}"/>
              </a:ext>
            </a:extLst>
          </p:cNvPr>
          <p:cNvSpPr>
            <a:spLocks noGrp="1"/>
          </p:cNvSpPr>
          <p:nvPr/>
        </p:nvSpPr>
        <p:spPr>
          <a:xfrm>
            <a:off x="1982629" y="2386013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42F3C6-B248-433A-9D59-567EF1129ADD}"/>
              </a:ext>
            </a:extLst>
          </p:cNvPr>
          <p:cNvSpPr>
            <a:spLocks noGrp="1"/>
          </p:cNvSpPr>
          <p:nvPr/>
        </p:nvSpPr>
        <p:spPr>
          <a:xfrm>
            <a:off x="3019425" y="23622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-B">
            <a:extLst>
              <a:ext uri="{FF2B5EF4-FFF2-40B4-BE49-F238E27FC236}">
                <a16:creationId xmlns:a16="http://schemas.microsoft.com/office/drawing/2014/main" id="{793B5A26-9787-4CE9-8F22-1A818C26633D}"/>
              </a:ext>
            </a:extLst>
          </p:cNvPr>
          <p:cNvSpPr>
            <a:spLocks noGrp="1"/>
          </p:cNvSpPr>
          <p:nvPr/>
        </p:nvSpPr>
        <p:spPr>
          <a:xfrm>
            <a:off x="3181350" y="22764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rect-17">
            <a:extLst>
              <a:ext uri="{FF2B5EF4-FFF2-40B4-BE49-F238E27FC236}">
                <a16:creationId xmlns:a16="http://schemas.microsoft.com/office/drawing/2014/main" id="{C889742D-F74F-41F2-863A-13DF4CBF3CD2}"/>
              </a:ext>
            </a:extLst>
          </p:cNvPr>
          <p:cNvSpPr>
            <a:spLocks noGrp="1"/>
          </p:cNvSpPr>
          <p:nvPr/>
        </p:nvSpPr>
        <p:spPr>
          <a:xfrm>
            <a:off x="904875" y="3186113"/>
            <a:ext cx="1077754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C1FE735F-84A5-4D59-B49E-8F4BD8C82889}"/>
              </a:ext>
            </a:extLst>
          </p:cNvPr>
          <p:cNvSpPr>
            <a:spLocks noGrp="1"/>
          </p:cNvSpPr>
          <p:nvPr/>
        </p:nvSpPr>
        <p:spPr>
          <a:xfrm>
            <a:off x="1968341" y="2933700"/>
            <a:ext cx="28575" cy="5334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B3F2BC-428B-470B-852E-527681A8FD1C}"/>
              </a:ext>
            </a:extLst>
          </p:cNvPr>
          <p:cNvSpPr>
            <a:spLocks noGrp="1"/>
          </p:cNvSpPr>
          <p:nvPr/>
        </p:nvSpPr>
        <p:spPr>
          <a:xfrm>
            <a:off x="1944529" y="31623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-20">
            <a:extLst>
              <a:ext uri="{FF2B5EF4-FFF2-40B4-BE49-F238E27FC236}">
                <a16:creationId xmlns:a16="http://schemas.microsoft.com/office/drawing/2014/main" id="{BB0110BD-968C-4C34-A75F-51B6BB36F110}"/>
              </a:ext>
            </a:extLst>
          </p:cNvPr>
          <p:cNvSpPr>
            <a:spLocks noGrp="1"/>
          </p:cNvSpPr>
          <p:nvPr/>
        </p:nvSpPr>
        <p:spPr>
          <a:xfrm>
            <a:off x="1982629" y="2919413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FA8137-6CBD-4A44-A085-59EA8135F91F}"/>
              </a:ext>
            </a:extLst>
          </p:cNvPr>
          <p:cNvSpPr>
            <a:spLocks noGrp="1"/>
          </p:cNvSpPr>
          <p:nvPr/>
        </p:nvSpPr>
        <p:spPr>
          <a:xfrm>
            <a:off x="3019425" y="28956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C">
            <a:extLst>
              <a:ext uri="{FF2B5EF4-FFF2-40B4-BE49-F238E27FC236}">
                <a16:creationId xmlns:a16="http://schemas.microsoft.com/office/drawing/2014/main" id="{DF1CB028-E99A-4FF8-B0A0-C9D13A4EA388}"/>
              </a:ext>
            </a:extLst>
          </p:cNvPr>
          <p:cNvSpPr>
            <a:spLocks noGrp="1"/>
          </p:cNvSpPr>
          <p:nvPr/>
        </p:nvSpPr>
        <p:spPr>
          <a:xfrm>
            <a:off x="3181350" y="28098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rect-23">
            <a:extLst>
              <a:ext uri="{FF2B5EF4-FFF2-40B4-BE49-F238E27FC236}">
                <a16:creationId xmlns:a16="http://schemas.microsoft.com/office/drawing/2014/main" id="{9FCAC766-A731-464E-96A9-D4494CBCEC37}"/>
              </a:ext>
            </a:extLst>
          </p:cNvPr>
          <p:cNvSpPr>
            <a:spLocks noGrp="1"/>
          </p:cNvSpPr>
          <p:nvPr/>
        </p:nvSpPr>
        <p:spPr>
          <a:xfrm>
            <a:off x="1982629" y="3452813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0E261D2-8833-474C-A86D-BB802FD95AA0}"/>
              </a:ext>
            </a:extLst>
          </p:cNvPr>
          <p:cNvSpPr>
            <a:spLocks noGrp="1"/>
          </p:cNvSpPr>
          <p:nvPr/>
        </p:nvSpPr>
        <p:spPr>
          <a:xfrm>
            <a:off x="3019425" y="34290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D">
            <a:extLst>
              <a:ext uri="{FF2B5EF4-FFF2-40B4-BE49-F238E27FC236}">
                <a16:creationId xmlns:a16="http://schemas.microsoft.com/office/drawing/2014/main" id="{70BCF2EA-5C61-4B31-8693-9D040081CCD2}"/>
              </a:ext>
            </a:extLst>
          </p:cNvPr>
          <p:cNvSpPr>
            <a:spLocks noGrp="1"/>
          </p:cNvSpPr>
          <p:nvPr/>
        </p:nvSpPr>
        <p:spPr>
          <a:xfrm>
            <a:off x="3181350" y="33432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B3379C-9002-4EAD-A758-33EABEFFB3A0}"/>
              </a:ext>
            </a:extLst>
          </p:cNvPr>
          <p:cNvSpPr>
            <a:spLocks noGrp="1"/>
          </p:cNvSpPr>
          <p:nvPr/>
        </p:nvSpPr>
        <p:spPr>
          <a:xfrm>
            <a:off x="866775" y="262890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-27">
            <a:extLst>
              <a:ext uri="{FF2B5EF4-FFF2-40B4-BE49-F238E27FC236}">
                <a16:creationId xmlns:a16="http://schemas.microsoft.com/office/drawing/2014/main" id="{23A43522-3030-4282-9723-1A6A777237B8}"/>
              </a:ext>
            </a:extLst>
          </p:cNvPr>
          <p:cNvSpPr>
            <a:spLocks noGrp="1"/>
          </p:cNvSpPr>
          <p:nvPr/>
        </p:nvSpPr>
        <p:spPr>
          <a:xfrm>
            <a:off x="5160169" y="266700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-28">
            <a:extLst>
              <a:ext uri="{FF2B5EF4-FFF2-40B4-BE49-F238E27FC236}">
                <a16:creationId xmlns:a16="http://schemas.microsoft.com/office/drawing/2014/main" id="{92FC86BC-7735-45DE-BFF6-B53B8754DECF}"/>
              </a:ext>
            </a:extLst>
          </p:cNvPr>
          <p:cNvSpPr>
            <a:spLocks noGrp="1"/>
          </p:cNvSpPr>
          <p:nvPr/>
        </p:nvSpPr>
        <p:spPr>
          <a:xfrm>
            <a:off x="5157788" y="2133600"/>
            <a:ext cx="28575" cy="10668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-29">
            <a:extLst>
              <a:ext uri="{FF2B5EF4-FFF2-40B4-BE49-F238E27FC236}">
                <a16:creationId xmlns:a16="http://schemas.microsoft.com/office/drawing/2014/main" id="{69879052-5621-4E2D-9391-3E7DC1A1958D}"/>
              </a:ext>
            </a:extLst>
          </p:cNvPr>
          <p:cNvSpPr>
            <a:spLocks noGrp="1"/>
          </p:cNvSpPr>
          <p:nvPr/>
        </p:nvSpPr>
        <p:spPr>
          <a:xfrm>
            <a:off x="5000625" y="265271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-30">
            <a:extLst>
              <a:ext uri="{FF2B5EF4-FFF2-40B4-BE49-F238E27FC236}">
                <a16:creationId xmlns:a16="http://schemas.microsoft.com/office/drawing/2014/main" id="{8847A3D2-26DE-42E4-AB9A-954B09D4C4CD}"/>
              </a:ext>
            </a:extLst>
          </p:cNvPr>
          <p:cNvSpPr>
            <a:spLocks noGrp="1"/>
          </p:cNvSpPr>
          <p:nvPr/>
        </p:nvSpPr>
        <p:spPr>
          <a:xfrm>
            <a:off x="5172075" y="2119313"/>
            <a:ext cx="1077754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-31">
            <a:extLst>
              <a:ext uri="{FF2B5EF4-FFF2-40B4-BE49-F238E27FC236}">
                <a16:creationId xmlns:a16="http://schemas.microsoft.com/office/drawing/2014/main" id="{41CD5497-2793-43C6-8A93-B7BDA22D1E72}"/>
              </a:ext>
            </a:extLst>
          </p:cNvPr>
          <p:cNvSpPr>
            <a:spLocks noGrp="1"/>
          </p:cNvSpPr>
          <p:nvPr/>
        </p:nvSpPr>
        <p:spPr>
          <a:xfrm>
            <a:off x="6235541" y="1866900"/>
            <a:ext cx="28575" cy="5334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1FF4B4-B788-4D69-BDA9-B7576554020F}"/>
              </a:ext>
            </a:extLst>
          </p:cNvPr>
          <p:cNvSpPr>
            <a:spLocks noGrp="1"/>
          </p:cNvSpPr>
          <p:nvPr/>
        </p:nvSpPr>
        <p:spPr>
          <a:xfrm>
            <a:off x="6211729" y="20955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-33">
            <a:extLst>
              <a:ext uri="{FF2B5EF4-FFF2-40B4-BE49-F238E27FC236}">
                <a16:creationId xmlns:a16="http://schemas.microsoft.com/office/drawing/2014/main" id="{FCFDFC71-4921-443D-BC30-0CA6CE862CCA}"/>
              </a:ext>
            </a:extLst>
          </p:cNvPr>
          <p:cNvSpPr>
            <a:spLocks noGrp="1"/>
          </p:cNvSpPr>
          <p:nvPr/>
        </p:nvSpPr>
        <p:spPr>
          <a:xfrm>
            <a:off x="6249829" y="1852613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49929A2-1BF9-465D-999F-7AB569D6C81D}"/>
              </a:ext>
            </a:extLst>
          </p:cNvPr>
          <p:cNvSpPr>
            <a:spLocks noGrp="1"/>
          </p:cNvSpPr>
          <p:nvPr/>
        </p:nvSpPr>
        <p:spPr>
          <a:xfrm>
            <a:off x="7286625" y="18288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-D">
            <a:extLst>
              <a:ext uri="{FF2B5EF4-FFF2-40B4-BE49-F238E27FC236}">
                <a16:creationId xmlns:a16="http://schemas.microsoft.com/office/drawing/2014/main" id="{88298CDF-17C4-4B08-9D98-430096146FBA}"/>
              </a:ext>
            </a:extLst>
          </p:cNvPr>
          <p:cNvSpPr>
            <a:spLocks noGrp="1"/>
          </p:cNvSpPr>
          <p:nvPr/>
        </p:nvSpPr>
        <p:spPr>
          <a:xfrm>
            <a:off x="7448550" y="17430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7" name="rect-36">
            <a:extLst>
              <a:ext uri="{FF2B5EF4-FFF2-40B4-BE49-F238E27FC236}">
                <a16:creationId xmlns:a16="http://schemas.microsoft.com/office/drawing/2014/main" id="{C10A0DAF-2FB6-4A8D-9833-593F6111FB4A}"/>
              </a:ext>
            </a:extLst>
          </p:cNvPr>
          <p:cNvSpPr>
            <a:spLocks noGrp="1"/>
          </p:cNvSpPr>
          <p:nvPr/>
        </p:nvSpPr>
        <p:spPr>
          <a:xfrm>
            <a:off x="6249829" y="2386013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0DEA1E5-0B49-4D1D-AD25-FBD3A6E554DE}"/>
              </a:ext>
            </a:extLst>
          </p:cNvPr>
          <p:cNvSpPr>
            <a:spLocks noGrp="1"/>
          </p:cNvSpPr>
          <p:nvPr/>
        </p:nvSpPr>
        <p:spPr>
          <a:xfrm>
            <a:off x="7286625" y="23622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-C">
            <a:extLst>
              <a:ext uri="{FF2B5EF4-FFF2-40B4-BE49-F238E27FC236}">
                <a16:creationId xmlns:a16="http://schemas.microsoft.com/office/drawing/2014/main" id="{23D95A13-E013-4AB7-82FB-0CF94692FFF9}"/>
              </a:ext>
            </a:extLst>
          </p:cNvPr>
          <p:cNvSpPr>
            <a:spLocks noGrp="1"/>
          </p:cNvSpPr>
          <p:nvPr/>
        </p:nvSpPr>
        <p:spPr>
          <a:xfrm>
            <a:off x="7448550" y="22764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0" name="rect-39">
            <a:extLst>
              <a:ext uri="{FF2B5EF4-FFF2-40B4-BE49-F238E27FC236}">
                <a16:creationId xmlns:a16="http://schemas.microsoft.com/office/drawing/2014/main" id="{C12CAF5F-AA73-4336-BE76-CD482A785722}"/>
              </a:ext>
            </a:extLst>
          </p:cNvPr>
          <p:cNvSpPr>
            <a:spLocks noGrp="1"/>
          </p:cNvSpPr>
          <p:nvPr/>
        </p:nvSpPr>
        <p:spPr>
          <a:xfrm>
            <a:off x="5172075" y="3186113"/>
            <a:ext cx="1077754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-40">
            <a:extLst>
              <a:ext uri="{FF2B5EF4-FFF2-40B4-BE49-F238E27FC236}">
                <a16:creationId xmlns:a16="http://schemas.microsoft.com/office/drawing/2014/main" id="{EC306B6E-7F44-43B1-9A1E-0DF380D03425}"/>
              </a:ext>
            </a:extLst>
          </p:cNvPr>
          <p:cNvSpPr>
            <a:spLocks noGrp="1"/>
          </p:cNvSpPr>
          <p:nvPr/>
        </p:nvSpPr>
        <p:spPr>
          <a:xfrm>
            <a:off x="6235541" y="2933700"/>
            <a:ext cx="28575" cy="5334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ECE87D-693B-4C85-A5F7-00C4BCD6F79D}"/>
              </a:ext>
            </a:extLst>
          </p:cNvPr>
          <p:cNvSpPr>
            <a:spLocks noGrp="1"/>
          </p:cNvSpPr>
          <p:nvPr/>
        </p:nvSpPr>
        <p:spPr>
          <a:xfrm>
            <a:off x="6211729" y="31623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-42">
            <a:extLst>
              <a:ext uri="{FF2B5EF4-FFF2-40B4-BE49-F238E27FC236}">
                <a16:creationId xmlns:a16="http://schemas.microsoft.com/office/drawing/2014/main" id="{FEAC7F52-6020-4AF1-AB65-5B24D01A8B04}"/>
              </a:ext>
            </a:extLst>
          </p:cNvPr>
          <p:cNvSpPr>
            <a:spLocks noGrp="1"/>
          </p:cNvSpPr>
          <p:nvPr/>
        </p:nvSpPr>
        <p:spPr>
          <a:xfrm>
            <a:off x="6249829" y="2919413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AC1E269-AF72-4B43-8DAA-F305C73E45DE}"/>
              </a:ext>
            </a:extLst>
          </p:cNvPr>
          <p:cNvSpPr>
            <a:spLocks noGrp="1"/>
          </p:cNvSpPr>
          <p:nvPr/>
        </p:nvSpPr>
        <p:spPr>
          <a:xfrm>
            <a:off x="7286625" y="28956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-B">
            <a:extLst>
              <a:ext uri="{FF2B5EF4-FFF2-40B4-BE49-F238E27FC236}">
                <a16:creationId xmlns:a16="http://schemas.microsoft.com/office/drawing/2014/main" id="{B5837161-7B9F-41C7-A57B-B610D45BFF13}"/>
              </a:ext>
            </a:extLst>
          </p:cNvPr>
          <p:cNvSpPr>
            <a:spLocks noGrp="1"/>
          </p:cNvSpPr>
          <p:nvPr/>
        </p:nvSpPr>
        <p:spPr>
          <a:xfrm>
            <a:off x="7448550" y="28098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6" name="rect-45">
            <a:extLst>
              <a:ext uri="{FF2B5EF4-FFF2-40B4-BE49-F238E27FC236}">
                <a16:creationId xmlns:a16="http://schemas.microsoft.com/office/drawing/2014/main" id="{D63EAAF5-AAFF-454E-959A-E5007C0C7602}"/>
              </a:ext>
            </a:extLst>
          </p:cNvPr>
          <p:cNvSpPr>
            <a:spLocks noGrp="1"/>
          </p:cNvSpPr>
          <p:nvPr/>
        </p:nvSpPr>
        <p:spPr>
          <a:xfrm>
            <a:off x="6249829" y="3452813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FFFCA38-31BB-46B0-B6D1-590D532864BE}"/>
              </a:ext>
            </a:extLst>
          </p:cNvPr>
          <p:cNvSpPr>
            <a:spLocks noGrp="1"/>
          </p:cNvSpPr>
          <p:nvPr/>
        </p:nvSpPr>
        <p:spPr>
          <a:xfrm>
            <a:off x="7286625" y="34290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-A">
            <a:extLst>
              <a:ext uri="{FF2B5EF4-FFF2-40B4-BE49-F238E27FC236}">
                <a16:creationId xmlns:a16="http://schemas.microsoft.com/office/drawing/2014/main" id="{37ABC84E-A564-4AF2-A36B-7E8B07DF7F97}"/>
              </a:ext>
            </a:extLst>
          </p:cNvPr>
          <p:cNvSpPr>
            <a:spLocks noGrp="1"/>
          </p:cNvSpPr>
          <p:nvPr/>
        </p:nvSpPr>
        <p:spPr>
          <a:xfrm>
            <a:off x="7448550" y="3343275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3BBD1C3-6163-4359-A664-FD7C5EC6C74F}"/>
              </a:ext>
            </a:extLst>
          </p:cNvPr>
          <p:cNvSpPr>
            <a:spLocks noGrp="1"/>
          </p:cNvSpPr>
          <p:nvPr/>
        </p:nvSpPr>
        <p:spPr>
          <a:xfrm>
            <a:off x="5133975" y="262890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-Same split: A–B | C–D">
            <a:extLst>
              <a:ext uri="{FF2B5EF4-FFF2-40B4-BE49-F238E27FC236}">
                <a16:creationId xmlns:a16="http://schemas.microsoft.com/office/drawing/2014/main" id="{066AA4D0-DE74-40DA-8BD2-EAD1061C9306}"/>
              </a:ext>
            </a:extLst>
          </p:cNvPr>
          <p:cNvSpPr>
            <a:spLocks noGrp="1"/>
          </p:cNvSpPr>
          <p:nvPr/>
        </p:nvSpPr>
        <p:spPr>
          <a:xfrm>
            <a:off x="2400300" y="130492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Same split: A–B | C–D</a:t>
            </a:r>
          </a:p>
        </p:txBody>
      </p:sp>
      <p:sp>
        <p:nvSpPr>
          <p:cNvPr id="51" name="heading-=">
            <a:extLst>
              <a:ext uri="{FF2B5EF4-FFF2-40B4-BE49-F238E27FC236}">
                <a16:creationId xmlns:a16="http://schemas.microsoft.com/office/drawing/2014/main" id="{22B6254A-BDF3-4AE6-96F2-4A61853C5F00}"/>
              </a:ext>
            </a:extLst>
          </p:cNvPr>
          <p:cNvSpPr>
            <a:spLocks noGrp="1"/>
          </p:cNvSpPr>
          <p:nvPr/>
        </p:nvSpPr>
        <p:spPr>
          <a:xfrm>
            <a:off x="4171950" y="24669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2" name="rect-51">
            <a:extLst>
              <a:ext uri="{FF2B5EF4-FFF2-40B4-BE49-F238E27FC236}">
                <a16:creationId xmlns:a16="http://schemas.microsoft.com/office/drawing/2014/main" id="{95F8F470-6B69-4FC3-B29C-D79A93D44A28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-Rotating branches preserves ancestry; reconnecting them chan">
            <a:extLst>
              <a:ext uri="{FF2B5EF4-FFF2-40B4-BE49-F238E27FC236}">
                <a16:creationId xmlns:a16="http://schemas.microsoft.com/office/drawing/2014/main" id="{55F628C9-4C2E-4BF4-9AA0-8561A501D2D9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Rotating branches preserves ancestry; reconnecting them changes it.</a:t>
            </a:r>
          </a:p>
        </p:txBody>
      </p:sp>
    </p:spTree>
    <p:extLst>
      <p:ext uri="{BB962C8B-B14F-4D97-AF65-F5344CB8AC3E}">
        <p14:creationId xmlns:p14="http://schemas.microsoft.com/office/powerpoint/2010/main" val="19941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07190D5-0243-4460-B7A9-D418184D181A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F8C6A47-6EE6-4238-9C4A-5E59B6483AE2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2A140A8A-FB57-4616-ABE2-EDBBFACD81B5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A root gives the history direction">
            <a:extLst>
              <a:ext uri="{FF2B5EF4-FFF2-40B4-BE49-F238E27FC236}">
                <a16:creationId xmlns:a16="http://schemas.microsoft.com/office/drawing/2014/main" id="{5EC35B1B-67CD-44ED-89D5-3786FD7C442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A root gives the history direction</a:t>
            </a:r>
          </a:p>
        </p:txBody>
      </p:sp>
      <p:sp>
        <p:nvSpPr>
          <p:cNvPr id="5" name="text-05">
            <a:extLst>
              <a:ext uri="{FF2B5EF4-FFF2-40B4-BE49-F238E27FC236}">
                <a16:creationId xmlns:a16="http://schemas.microsoft.com/office/drawing/2014/main" id="{5A0911B6-ED7E-4AFE-ACF0-C491DCE1CCE2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text-Connections without a starting point">
            <a:extLst>
              <a:ext uri="{FF2B5EF4-FFF2-40B4-BE49-F238E27FC236}">
                <a16:creationId xmlns:a16="http://schemas.microsoft.com/office/drawing/2014/main" id="{1708B821-2DCD-48F4-BEDD-E8EBD11BBE0D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Connections without a starting point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0EC9356B-55E6-4140-BE21-D81D84379597}"/>
              </a:ext>
            </a:extLst>
          </p:cNvPr>
          <p:cNvSpPr>
            <a:spLocks noGrp="1"/>
          </p:cNvSpPr>
          <p:nvPr/>
        </p:nvSpPr>
        <p:spPr>
          <a:xfrm>
            <a:off x="1933575" y="2762250"/>
            <a:ext cx="80010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F59DF9-08BE-49AD-9215-6EE2A960814C}"/>
              </a:ext>
            </a:extLst>
          </p:cNvPr>
          <p:cNvSpPr>
            <a:spLocks noGrp="1"/>
          </p:cNvSpPr>
          <p:nvPr/>
        </p:nvSpPr>
        <p:spPr>
          <a:xfrm>
            <a:off x="1000125" y="2076450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933450" y="70008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DC716B-DBF9-435E-AE91-2076747E99A9}"/>
              </a:ext>
            </a:extLst>
          </p:cNvPr>
          <p:cNvSpPr>
            <a:spLocks noGrp="1"/>
          </p:cNvSpPr>
          <p:nvPr/>
        </p:nvSpPr>
        <p:spPr>
          <a:xfrm>
            <a:off x="962025" y="20383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A">
            <a:extLst>
              <a:ext uri="{FF2B5EF4-FFF2-40B4-BE49-F238E27FC236}">
                <a16:creationId xmlns:a16="http://schemas.microsoft.com/office/drawing/2014/main" id="{AFA0A0CE-5006-4147-8D96-E03F6C5CE2B4}"/>
              </a:ext>
            </a:extLst>
          </p:cNvPr>
          <p:cNvSpPr>
            <a:spLocks noGrp="1"/>
          </p:cNvSpPr>
          <p:nvPr/>
        </p:nvSpPr>
        <p:spPr>
          <a:xfrm>
            <a:off x="885825" y="17145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211F81-49FF-413A-B97C-9ABD0D9CC886}"/>
              </a:ext>
            </a:extLst>
          </p:cNvPr>
          <p:cNvSpPr>
            <a:spLocks noGrp="1"/>
          </p:cNvSpPr>
          <p:nvPr/>
        </p:nvSpPr>
        <p:spPr>
          <a:xfrm>
            <a:off x="1000125" y="2776538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933450" y="0"/>
                </a:moveTo>
                <a:lnTo>
                  <a:pt x="0" y="700088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842267-C078-4CBB-9EA2-FF9BC249187C}"/>
              </a:ext>
            </a:extLst>
          </p:cNvPr>
          <p:cNvSpPr>
            <a:spLocks noGrp="1"/>
          </p:cNvSpPr>
          <p:nvPr/>
        </p:nvSpPr>
        <p:spPr>
          <a:xfrm>
            <a:off x="962025" y="34385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B">
            <a:extLst>
              <a:ext uri="{FF2B5EF4-FFF2-40B4-BE49-F238E27FC236}">
                <a16:creationId xmlns:a16="http://schemas.microsoft.com/office/drawing/2014/main" id="{96DB989B-5388-41B5-8351-03AE68023727}"/>
              </a:ext>
            </a:extLst>
          </p:cNvPr>
          <p:cNvSpPr>
            <a:spLocks noGrp="1"/>
          </p:cNvSpPr>
          <p:nvPr/>
        </p:nvSpPr>
        <p:spPr>
          <a:xfrm>
            <a:off x="885825" y="35718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4A2B58-5A30-4514-9388-B1DFFA833067}"/>
              </a:ext>
            </a:extLst>
          </p:cNvPr>
          <p:cNvSpPr>
            <a:spLocks noGrp="1"/>
          </p:cNvSpPr>
          <p:nvPr/>
        </p:nvSpPr>
        <p:spPr>
          <a:xfrm>
            <a:off x="2733675" y="2076450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0" y="700088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5D2AD2-E624-409E-B737-E5AC8CF449D8}"/>
              </a:ext>
            </a:extLst>
          </p:cNvPr>
          <p:cNvSpPr>
            <a:spLocks noGrp="1"/>
          </p:cNvSpPr>
          <p:nvPr/>
        </p:nvSpPr>
        <p:spPr>
          <a:xfrm>
            <a:off x="3629025" y="20383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C">
            <a:extLst>
              <a:ext uri="{FF2B5EF4-FFF2-40B4-BE49-F238E27FC236}">
                <a16:creationId xmlns:a16="http://schemas.microsoft.com/office/drawing/2014/main" id="{6A2E3EDE-C121-4345-846F-8C0A081FD34F}"/>
              </a:ext>
            </a:extLst>
          </p:cNvPr>
          <p:cNvSpPr>
            <a:spLocks noGrp="1"/>
          </p:cNvSpPr>
          <p:nvPr/>
        </p:nvSpPr>
        <p:spPr>
          <a:xfrm>
            <a:off x="3552825" y="17145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B7DAC4-D90E-48B8-A1CE-3EBA3718023C}"/>
              </a:ext>
            </a:extLst>
          </p:cNvPr>
          <p:cNvSpPr>
            <a:spLocks noGrp="1"/>
          </p:cNvSpPr>
          <p:nvPr/>
        </p:nvSpPr>
        <p:spPr>
          <a:xfrm>
            <a:off x="2733675" y="2776538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0" y="0"/>
                </a:moveTo>
                <a:lnTo>
                  <a:pt x="933450" y="700088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27A799-05E0-4FD1-B922-D08972A68396}"/>
              </a:ext>
            </a:extLst>
          </p:cNvPr>
          <p:cNvSpPr>
            <a:spLocks noGrp="1"/>
          </p:cNvSpPr>
          <p:nvPr/>
        </p:nvSpPr>
        <p:spPr>
          <a:xfrm>
            <a:off x="3629025" y="34385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D">
            <a:extLst>
              <a:ext uri="{FF2B5EF4-FFF2-40B4-BE49-F238E27FC236}">
                <a16:creationId xmlns:a16="http://schemas.microsoft.com/office/drawing/2014/main" id="{3AC04493-6BDE-4FE0-8B70-013531882478}"/>
              </a:ext>
            </a:extLst>
          </p:cNvPr>
          <p:cNvSpPr>
            <a:spLocks noGrp="1"/>
          </p:cNvSpPr>
          <p:nvPr/>
        </p:nvSpPr>
        <p:spPr>
          <a:xfrm>
            <a:off x="3552825" y="35718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text-A proposed root on the internal branch">
            <a:extLst>
              <a:ext uri="{FF2B5EF4-FFF2-40B4-BE49-F238E27FC236}">
                <a16:creationId xmlns:a16="http://schemas.microsoft.com/office/drawing/2014/main" id="{A908C625-9348-4E36-B4B9-5C2B3E14D9FE}"/>
              </a:ext>
            </a:extLst>
          </p:cNvPr>
          <p:cNvSpPr>
            <a:spLocks noGrp="1"/>
          </p:cNvSpPr>
          <p:nvPr/>
        </p:nvSpPr>
        <p:spPr>
          <a:xfrm>
            <a:off x="4781550" y="138112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A proposed root on the internal branch</a:t>
            </a:r>
          </a:p>
        </p:txBody>
      </p:sp>
      <p:sp>
        <p:nvSpPr>
          <p:cNvPr id="21" name="rect-20">
            <a:extLst>
              <a:ext uri="{FF2B5EF4-FFF2-40B4-BE49-F238E27FC236}">
                <a16:creationId xmlns:a16="http://schemas.microsoft.com/office/drawing/2014/main" id="{2870A80A-1CE0-40DF-900C-BEDE86663F87}"/>
              </a:ext>
            </a:extLst>
          </p:cNvPr>
          <p:cNvSpPr>
            <a:spLocks noGrp="1"/>
          </p:cNvSpPr>
          <p:nvPr/>
        </p:nvSpPr>
        <p:spPr>
          <a:xfrm>
            <a:off x="6200775" y="2762250"/>
            <a:ext cx="80010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63469C-FC9D-45FB-8E5B-4694670C32A5}"/>
              </a:ext>
            </a:extLst>
          </p:cNvPr>
          <p:cNvSpPr>
            <a:spLocks noGrp="1"/>
          </p:cNvSpPr>
          <p:nvPr/>
        </p:nvSpPr>
        <p:spPr>
          <a:xfrm>
            <a:off x="5267325" y="2076450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933450" y="70008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A476EE-AA8B-4057-887C-A14A8597D719}"/>
              </a:ext>
            </a:extLst>
          </p:cNvPr>
          <p:cNvSpPr>
            <a:spLocks noGrp="1"/>
          </p:cNvSpPr>
          <p:nvPr/>
        </p:nvSpPr>
        <p:spPr>
          <a:xfrm>
            <a:off x="5229225" y="20383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A">
            <a:extLst>
              <a:ext uri="{FF2B5EF4-FFF2-40B4-BE49-F238E27FC236}">
                <a16:creationId xmlns:a16="http://schemas.microsoft.com/office/drawing/2014/main" id="{C28EC3B6-2E1E-490A-8864-0F3BE4832C76}"/>
              </a:ext>
            </a:extLst>
          </p:cNvPr>
          <p:cNvSpPr>
            <a:spLocks noGrp="1"/>
          </p:cNvSpPr>
          <p:nvPr/>
        </p:nvSpPr>
        <p:spPr>
          <a:xfrm>
            <a:off x="5153025" y="17145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635ED10-6E3D-46DF-9C46-F3CBA079F7F1}"/>
              </a:ext>
            </a:extLst>
          </p:cNvPr>
          <p:cNvSpPr>
            <a:spLocks noGrp="1"/>
          </p:cNvSpPr>
          <p:nvPr/>
        </p:nvSpPr>
        <p:spPr>
          <a:xfrm>
            <a:off x="5267325" y="2776538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933450" y="0"/>
                </a:moveTo>
                <a:lnTo>
                  <a:pt x="0" y="700088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17E1E55-EFFB-420D-AAC2-8ADADD703285}"/>
              </a:ext>
            </a:extLst>
          </p:cNvPr>
          <p:cNvSpPr>
            <a:spLocks noGrp="1"/>
          </p:cNvSpPr>
          <p:nvPr/>
        </p:nvSpPr>
        <p:spPr>
          <a:xfrm>
            <a:off x="5229225" y="34385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B">
            <a:extLst>
              <a:ext uri="{FF2B5EF4-FFF2-40B4-BE49-F238E27FC236}">
                <a16:creationId xmlns:a16="http://schemas.microsoft.com/office/drawing/2014/main" id="{0D9F7153-9A10-4547-A6AB-3E30269AE65C}"/>
              </a:ext>
            </a:extLst>
          </p:cNvPr>
          <p:cNvSpPr>
            <a:spLocks noGrp="1"/>
          </p:cNvSpPr>
          <p:nvPr/>
        </p:nvSpPr>
        <p:spPr>
          <a:xfrm>
            <a:off x="5153025" y="35718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2FA3362-5B9E-4B1C-AD8A-89F3E08BB29B}"/>
              </a:ext>
            </a:extLst>
          </p:cNvPr>
          <p:cNvSpPr>
            <a:spLocks noGrp="1"/>
          </p:cNvSpPr>
          <p:nvPr/>
        </p:nvSpPr>
        <p:spPr>
          <a:xfrm>
            <a:off x="7000875" y="2076450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0" y="700088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744CCD-FD14-40B3-B108-88FD493E6C22}"/>
              </a:ext>
            </a:extLst>
          </p:cNvPr>
          <p:cNvSpPr>
            <a:spLocks noGrp="1"/>
          </p:cNvSpPr>
          <p:nvPr/>
        </p:nvSpPr>
        <p:spPr>
          <a:xfrm>
            <a:off x="7896225" y="20383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C">
            <a:extLst>
              <a:ext uri="{FF2B5EF4-FFF2-40B4-BE49-F238E27FC236}">
                <a16:creationId xmlns:a16="http://schemas.microsoft.com/office/drawing/2014/main" id="{4ED5F738-3B7F-49FE-995A-36DAE3BB246A}"/>
              </a:ext>
            </a:extLst>
          </p:cNvPr>
          <p:cNvSpPr>
            <a:spLocks noGrp="1"/>
          </p:cNvSpPr>
          <p:nvPr/>
        </p:nvSpPr>
        <p:spPr>
          <a:xfrm>
            <a:off x="7820025" y="17145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37F2236-BC48-4349-84F9-129295C09CC5}"/>
              </a:ext>
            </a:extLst>
          </p:cNvPr>
          <p:cNvSpPr>
            <a:spLocks noGrp="1"/>
          </p:cNvSpPr>
          <p:nvPr/>
        </p:nvSpPr>
        <p:spPr>
          <a:xfrm>
            <a:off x="7000875" y="2776538"/>
            <a:ext cx="933450" cy="700088"/>
          </a:xfrm>
          <a:custGeom>
            <a:avLst/>
            <a:gdLst/>
            <a:ahLst/>
            <a:cxnLst/>
            <a:rect l="0" t="0" r="0" b="0"/>
            <a:pathLst>
              <a:path w="933450" h="700088">
                <a:moveTo>
                  <a:pt x="0" y="0"/>
                </a:moveTo>
                <a:lnTo>
                  <a:pt x="933450" y="700088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722D08-D906-41D5-9B6C-BECA2D0658D0}"/>
              </a:ext>
            </a:extLst>
          </p:cNvPr>
          <p:cNvSpPr>
            <a:spLocks noGrp="1"/>
          </p:cNvSpPr>
          <p:nvPr/>
        </p:nvSpPr>
        <p:spPr>
          <a:xfrm>
            <a:off x="7896225" y="34385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-D">
            <a:extLst>
              <a:ext uri="{FF2B5EF4-FFF2-40B4-BE49-F238E27FC236}">
                <a16:creationId xmlns:a16="http://schemas.microsoft.com/office/drawing/2014/main" id="{745D54D4-94B7-4037-9906-72370B8460CC}"/>
              </a:ext>
            </a:extLst>
          </p:cNvPr>
          <p:cNvSpPr>
            <a:spLocks noGrp="1"/>
          </p:cNvSpPr>
          <p:nvPr/>
        </p:nvSpPr>
        <p:spPr>
          <a:xfrm>
            <a:off x="7820025" y="35718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F81155-2C27-4D8B-9F6D-4226CB7945FA}"/>
              </a:ext>
            </a:extLst>
          </p:cNvPr>
          <p:cNvSpPr>
            <a:spLocks noGrp="1"/>
          </p:cNvSpPr>
          <p:nvPr/>
        </p:nvSpPr>
        <p:spPr>
          <a:xfrm>
            <a:off x="6534150" y="2709863"/>
            <a:ext cx="133350" cy="133350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-root">
            <a:extLst>
              <a:ext uri="{FF2B5EF4-FFF2-40B4-BE49-F238E27FC236}">
                <a16:creationId xmlns:a16="http://schemas.microsoft.com/office/drawing/2014/main" id="{F139B6D8-6108-41B7-83AC-78EB8CF76784}"/>
              </a:ext>
            </a:extLst>
          </p:cNvPr>
          <p:cNvSpPr>
            <a:spLocks noGrp="1"/>
          </p:cNvSpPr>
          <p:nvPr/>
        </p:nvSpPr>
        <p:spPr>
          <a:xfrm>
            <a:off x="6429375" y="3019425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163E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EF5"/>
                </a:solidFill>
                <a:latin typeface="Arial"/>
                <a:ea typeface="Arial"/>
                <a:cs typeface="Arial"/>
              </a:rPr>
              <a:t>root</a:t>
            </a:r>
          </a:p>
        </p:txBody>
      </p:sp>
      <p:sp>
        <p:nvSpPr>
          <p:cNvPr id="36" name="text-Outgroup">
            <a:extLst>
              <a:ext uri="{FF2B5EF4-FFF2-40B4-BE49-F238E27FC236}">
                <a16:creationId xmlns:a16="http://schemas.microsoft.com/office/drawing/2014/main" id="{5AEF24BB-157D-4BBE-A07D-1AF406F85B59}"/>
              </a:ext>
            </a:extLst>
          </p:cNvPr>
          <p:cNvSpPr>
            <a:spLocks noGrp="1"/>
          </p:cNvSpPr>
          <p:nvPr/>
        </p:nvSpPr>
        <p:spPr>
          <a:xfrm>
            <a:off x="628650" y="400050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Outgroup</a:t>
            </a:r>
          </a:p>
        </p:txBody>
      </p:sp>
      <p:sp>
        <p:nvSpPr>
          <p:cNvPr id="37" name="text-Independent biological context">
            <a:extLst>
              <a:ext uri="{FF2B5EF4-FFF2-40B4-BE49-F238E27FC236}">
                <a16:creationId xmlns:a16="http://schemas.microsoft.com/office/drawing/2014/main" id="{0DD902B8-06BA-44A8-BED3-E6B2C96A917B}"/>
              </a:ext>
            </a:extLst>
          </p:cNvPr>
          <p:cNvSpPr>
            <a:spLocks noGrp="1"/>
          </p:cNvSpPr>
          <p:nvPr/>
        </p:nvSpPr>
        <p:spPr>
          <a:xfrm>
            <a:off x="628650" y="4333875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Independent biological context</a:t>
            </a:r>
          </a:p>
        </p:txBody>
      </p:sp>
      <p:sp>
        <p:nvSpPr>
          <p:cNvPr id="38" name="text-Midpoint">
            <a:extLst>
              <a:ext uri="{FF2B5EF4-FFF2-40B4-BE49-F238E27FC236}">
                <a16:creationId xmlns:a16="http://schemas.microsoft.com/office/drawing/2014/main" id="{3B51EF48-47B1-4A1E-8E6B-56536D1A3FC5}"/>
              </a:ext>
            </a:extLst>
          </p:cNvPr>
          <p:cNvSpPr>
            <a:spLocks noGrp="1"/>
          </p:cNvSpPr>
          <p:nvPr/>
        </p:nvSpPr>
        <p:spPr>
          <a:xfrm>
            <a:off x="4791075" y="400050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39" name="text-Assumes sufficiently similar rates">
            <a:extLst>
              <a:ext uri="{FF2B5EF4-FFF2-40B4-BE49-F238E27FC236}">
                <a16:creationId xmlns:a16="http://schemas.microsoft.com/office/drawing/2014/main" id="{C5505706-9C08-4122-97AC-E77B0F92EDBB}"/>
              </a:ext>
            </a:extLst>
          </p:cNvPr>
          <p:cNvSpPr>
            <a:spLocks noGrp="1"/>
          </p:cNvSpPr>
          <p:nvPr/>
        </p:nvSpPr>
        <p:spPr>
          <a:xfrm>
            <a:off x="4791075" y="4333875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Assumes sufficiently similar rates</a:t>
            </a:r>
          </a:p>
        </p:txBody>
      </p:sp>
    </p:spTree>
    <p:extLst>
      <p:ext uri="{BB962C8B-B14F-4D97-AF65-F5344CB8AC3E}">
        <p14:creationId xmlns:p14="http://schemas.microsoft.com/office/powerpoint/2010/main" val="49220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393F4DF3-5B23-452A-B54D-701D30D39A8D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A48EBCB-0947-4CDD-A880-542E71A261B7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471512A6-C684-4B53-A592-9EBA7A1884BE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Branch length is genetic change">
            <a:extLst>
              <a:ext uri="{FF2B5EF4-FFF2-40B4-BE49-F238E27FC236}">
                <a16:creationId xmlns:a16="http://schemas.microsoft.com/office/drawing/2014/main" id="{D1477ABF-7D00-4BF7-BF35-3C44D05EFDD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Branch length is genetic change</a:t>
            </a:r>
          </a:p>
        </p:txBody>
      </p:sp>
      <p:sp>
        <p:nvSpPr>
          <p:cNvPr id="5" name="text-06">
            <a:extLst>
              <a:ext uri="{FF2B5EF4-FFF2-40B4-BE49-F238E27FC236}">
                <a16:creationId xmlns:a16="http://schemas.microsoft.com/office/drawing/2014/main" id="{1B7C61ED-B530-48B7-B9D3-8387EB837702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ext-Cladogram: branching order only">
            <a:extLst>
              <a:ext uri="{FF2B5EF4-FFF2-40B4-BE49-F238E27FC236}">
                <a16:creationId xmlns:a16="http://schemas.microsoft.com/office/drawing/2014/main" id="{B0CA6CBB-7B52-4810-A447-D49211EE5319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Cladogram: branching order only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8857AFB2-B01D-4FAF-B6BE-7C8EE94B8F57}"/>
              </a:ext>
            </a:extLst>
          </p:cNvPr>
          <p:cNvSpPr>
            <a:spLocks noGrp="1"/>
          </p:cNvSpPr>
          <p:nvPr/>
        </p:nvSpPr>
        <p:spPr>
          <a:xfrm>
            <a:off x="902494" y="272415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B7AF9DF3-3FE4-4B31-9985-65AA7038ADB4}"/>
              </a:ext>
            </a:extLst>
          </p:cNvPr>
          <p:cNvSpPr>
            <a:spLocks noGrp="1"/>
          </p:cNvSpPr>
          <p:nvPr/>
        </p:nvSpPr>
        <p:spPr>
          <a:xfrm>
            <a:off x="900113" y="2247900"/>
            <a:ext cx="28575" cy="9525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6F99BFD5-6D3E-456B-B15A-4AA40A6F12D0}"/>
              </a:ext>
            </a:extLst>
          </p:cNvPr>
          <p:cNvSpPr>
            <a:spLocks noGrp="1"/>
          </p:cNvSpPr>
          <p:nvPr/>
        </p:nvSpPr>
        <p:spPr>
          <a:xfrm>
            <a:off x="742950" y="270986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B44A2BD6-3862-40A2-BA41-52B489895A27}"/>
              </a:ext>
            </a:extLst>
          </p:cNvPr>
          <p:cNvSpPr>
            <a:spLocks noGrp="1"/>
          </p:cNvSpPr>
          <p:nvPr/>
        </p:nvSpPr>
        <p:spPr>
          <a:xfrm>
            <a:off x="914400" y="2233613"/>
            <a:ext cx="1073658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51F7C013-F56E-458E-9784-3AC14295E3DD}"/>
              </a:ext>
            </a:extLst>
          </p:cNvPr>
          <p:cNvSpPr>
            <a:spLocks noGrp="1"/>
          </p:cNvSpPr>
          <p:nvPr/>
        </p:nvSpPr>
        <p:spPr>
          <a:xfrm>
            <a:off x="1973771" y="2009775"/>
            <a:ext cx="28575" cy="47625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F03235-4D00-4025-B5BF-82BDCBDF9F54}"/>
              </a:ext>
            </a:extLst>
          </p:cNvPr>
          <p:cNvSpPr>
            <a:spLocks noGrp="1"/>
          </p:cNvSpPr>
          <p:nvPr/>
        </p:nvSpPr>
        <p:spPr>
          <a:xfrm>
            <a:off x="1949958" y="22098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1F655423-CC88-4962-85C9-B8F2127BA4B9}"/>
              </a:ext>
            </a:extLst>
          </p:cNvPr>
          <p:cNvSpPr>
            <a:spLocks noGrp="1"/>
          </p:cNvSpPr>
          <p:nvPr/>
        </p:nvSpPr>
        <p:spPr>
          <a:xfrm>
            <a:off x="1988058" y="1995488"/>
            <a:ext cx="107137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B51D31-79E3-4948-A90A-20F8DE629511}"/>
              </a:ext>
            </a:extLst>
          </p:cNvPr>
          <p:cNvSpPr>
            <a:spLocks noGrp="1"/>
          </p:cNvSpPr>
          <p:nvPr/>
        </p:nvSpPr>
        <p:spPr>
          <a:xfrm>
            <a:off x="3021330" y="19716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A">
            <a:extLst>
              <a:ext uri="{FF2B5EF4-FFF2-40B4-BE49-F238E27FC236}">
                <a16:creationId xmlns:a16="http://schemas.microsoft.com/office/drawing/2014/main" id="{FD1DC972-49E2-4CEC-BA75-7692AEC3C43A}"/>
              </a:ext>
            </a:extLst>
          </p:cNvPr>
          <p:cNvSpPr>
            <a:spLocks noGrp="1"/>
          </p:cNvSpPr>
          <p:nvPr/>
        </p:nvSpPr>
        <p:spPr>
          <a:xfrm>
            <a:off x="3183255" y="188595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09FE6619-2A01-4DFB-B622-A9B60733529C}"/>
              </a:ext>
            </a:extLst>
          </p:cNvPr>
          <p:cNvSpPr>
            <a:spLocks noGrp="1"/>
          </p:cNvSpPr>
          <p:nvPr/>
        </p:nvSpPr>
        <p:spPr>
          <a:xfrm>
            <a:off x="1988058" y="2471738"/>
            <a:ext cx="107137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A68892-AEE6-484C-B2A0-2CD389E8F764}"/>
              </a:ext>
            </a:extLst>
          </p:cNvPr>
          <p:cNvSpPr>
            <a:spLocks noGrp="1"/>
          </p:cNvSpPr>
          <p:nvPr/>
        </p:nvSpPr>
        <p:spPr>
          <a:xfrm>
            <a:off x="3021330" y="24479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B">
            <a:extLst>
              <a:ext uri="{FF2B5EF4-FFF2-40B4-BE49-F238E27FC236}">
                <a16:creationId xmlns:a16="http://schemas.microsoft.com/office/drawing/2014/main" id="{48C8ADAA-2D24-4DC1-8FB9-BE45F9F55F09}"/>
              </a:ext>
            </a:extLst>
          </p:cNvPr>
          <p:cNvSpPr>
            <a:spLocks noGrp="1"/>
          </p:cNvSpPr>
          <p:nvPr/>
        </p:nvSpPr>
        <p:spPr>
          <a:xfrm>
            <a:off x="3183255" y="236220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79763A25-66FA-448D-B228-F69C68EBE13C}"/>
              </a:ext>
            </a:extLst>
          </p:cNvPr>
          <p:cNvSpPr>
            <a:spLocks noGrp="1"/>
          </p:cNvSpPr>
          <p:nvPr/>
        </p:nvSpPr>
        <p:spPr>
          <a:xfrm>
            <a:off x="914400" y="3186113"/>
            <a:ext cx="1073658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9D1B6586-0BFA-4CE4-A4DE-D3B5641E8C1A}"/>
              </a:ext>
            </a:extLst>
          </p:cNvPr>
          <p:cNvSpPr>
            <a:spLocks noGrp="1"/>
          </p:cNvSpPr>
          <p:nvPr/>
        </p:nvSpPr>
        <p:spPr>
          <a:xfrm>
            <a:off x="1973771" y="2962275"/>
            <a:ext cx="28575" cy="47625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231E32-10A8-42D9-9478-9B2CAD3EEC3E}"/>
              </a:ext>
            </a:extLst>
          </p:cNvPr>
          <p:cNvSpPr>
            <a:spLocks noGrp="1"/>
          </p:cNvSpPr>
          <p:nvPr/>
        </p:nvSpPr>
        <p:spPr>
          <a:xfrm>
            <a:off x="1949958" y="31623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FCD87252-37D4-4650-A2F9-CDEB0881DB09}"/>
              </a:ext>
            </a:extLst>
          </p:cNvPr>
          <p:cNvSpPr>
            <a:spLocks noGrp="1"/>
          </p:cNvSpPr>
          <p:nvPr/>
        </p:nvSpPr>
        <p:spPr>
          <a:xfrm>
            <a:off x="1988058" y="2947988"/>
            <a:ext cx="107137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012D1A-B812-4544-8796-554195FA037D}"/>
              </a:ext>
            </a:extLst>
          </p:cNvPr>
          <p:cNvSpPr>
            <a:spLocks noGrp="1"/>
          </p:cNvSpPr>
          <p:nvPr/>
        </p:nvSpPr>
        <p:spPr>
          <a:xfrm>
            <a:off x="3021330" y="29241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C">
            <a:extLst>
              <a:ext uri="{FF2B5EF4-FFF2-40B4-BE49-F238E27FC236}">
                <a16:creationId xmlns:a16="http://schemas.microsoft.com/office/drawing/2014/main" id="{7E2ABF08-C937-4537-AD9F-26084C09FB82}"/>
              </a:ext>
            </a:extLst>
          </p:cNvPr>
          <p:cNvSpPr>
            <a:spLocks noGrp="1"/>
          </p:cNvSpPr>
          <p:nvPr/>
        </p:nvSpPr>
        <p:spPr>
          <a:xfrm>
            <a:off x="3183255" y="283845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8552ACDD-6948-40C3-BF63-C013002AA73F}"/>
              </a:ext>
            </a:extLst>
          </p:cNvPr>
          <p:cNvSpPr>
            <a:spLocks noGrp="1"/>
          </p:cNvSpPr>
          <p:nvPr/>
        </p:nvSpPr>
        <p:spPr>
          <a:xfrm>
            <a:off x="1988058" y="3424238"/>
            <a:ext cx="107137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200D639-4CE4-46D1-A266-0E83A2C7356C}"/>
              </a:ext>
            </a:extLst>
          </p:cNvPr>
          <p:cNvSpPr>
            <a:spLocks noGrp="1"/>
          </p:cNvSpPr>
          <p:nvPr/>
        </p:nvSpPr>
        <p:spPr>
          <a:xfrm>
            <a:off x="3021330" y="34004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D">
            <a:extLst>
              <a:ext uri="{FF2B5EF4-FFF2-40B4-BE49-F238E27FC236}">
                <a16:creationId xmlns:a16="http://schemas.microsoft.com/office/drawing/2014/main" id="{FCD58C6A-6A93-4926-B48C-D2E7F95937DE}"/>
              </a:ext>
            </a:extLst>
          </p:cNvPr>
          <p:cNvSpPr>
            <a:spLocks noGrp="1"/>
          </p:cNvSpPr>
          <p:nvPr/>
        </p:nvSpPr>
        <p:spPr>
          <a:xfrm>
            <a:off x="3183255" y="331470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A712F33-75B5-48A4-9EEE-192EE1B230AA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Phylogram: scaled genetic lengths">
            <a:extLst>
              <a:ext uri="{FF2B5EF4-FFF2-40B4-BE49-F238E27FC236}">
                <a16:creationId xmlns:a16="http://schemas.microsoft.com/office/drawing/2014/main" id="{0D7099E5-C1C5-4068-BDF6-F83D8715FB61}"/>
              </a:ext>
            </a:extLst>
          </p:cNvPr>
          <p:cNvSpPr>
            <a:spLocks noGrp="1"/>
          </p:cNvSpPr>
          <p:nvPr/>
        </p:nvSpPr>
        <p:spPr>
          <a:xfrm>
            <a:off x="4810125" y="13906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Phylogram: scaled genetic lengths</a:t>
            </a:r>
          </a:p>
        </p:txBody>
      </p:sp>
      <p:sp>
        <p:nvSpPr>
          <p:cNvPr id="30" name="rect-29">
            <a:extLst>
              <a:ext uri="{FF2B5EF4-FFF2-40B4-BE49-F238E27FC236}">
                <a16:creationId xmlns:a16="http://schemas.microsoft.com/office/drawing/2014/main" id="{C04BD21F-FC84-445E-BF8E-AA76AC914AAB}"/>
              </a:ext>
            </a:extLst>
          </p:cNvPr>
          <p:cNvSpPr>
            <a:spLocks noGrp="1"/>
          </p:cNvSpPr>
          <p:nvPr/>
        </p:nvSpPr>
        <p:spPr>
          <a:xfrm>
            <a:off x="5198269" y="272415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-30">
            <a:extLst>
              <a:ext uri="{FF2B5EF4-FFF2-40B4-BE49-F238E27FC236}">
                <a16:creationId xmlns:a16="http://schemas.microsoft.com/office/drawing/2014/main" id="{4A3B9CBD-2A0A-4931-A533-1B77FAB835D9}"/>
              </a:ext>
            </a:extLst>
          </p:cNvPr>
          <p:cNvSpPr>
            <a:spLocks noGrp="1"/>
          </p:cNvSpPr>
          <p:nvPr/>
        </p:nvSpPr>
        <p:spPr>
          <a:xfrm>
            <a:off x="5195888" y="2247900"/>
            <a:ext cx="28575" cy="9525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-31">
            <a:extLst>
              <a:ext uri="{FF2B5EF4-FFF2-40B4-BE49-F238E27FC236}">
                <a16:creationId xmlns:a16="http://schemas.microsoft.com/office/drawing/2014/main" id="{622F5F03-434F-40DF-BB86-263F2FA997E3}"/>
              </a:ext>
            </a:extLst>
          </p:cNvPr>
          <p:cNvSpPr>
            <a:spLocks noGrp="1"/>
          </p:cNvSpPr>
          <p:nvPr/>
        </p:nvSpPr>
        <p:spPr>
          <a:xfrm>
            <a:off x="5038725" y="270986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-32">
            <a:extLst>
              <a:ext uri="{FF2B5EF4-FFF2-40B4-BE49-F238E27FC236}">
                <a16:creationId xmlns:a16="http://schemas.microsoft.com/office/drawing/2014/main" id="{75DECB9F-A1FE-4BCB-BC34-76AA4852E192}"/>
              </a:ext>
            </a:extLst>
          </p:cNvPr>
          <p:cNvSpPr>
            <a:spLocks noGrp="1"/>
          </p:cNvSpPr>
          <p:nvPr/>
        </p:nvSpPr>
        <p:spPr>
          <a:xfrm>
            <a:off x="5210175" y="2233613"/>
            <a:ext cx="1077754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-33">
            <a:extLst>
              <a:ext uri="{FF2B5EF4-FFF2-40B4-BE49-F238E27FC236}">
                <a16:creationId xmlns:a16="http://schemas.microsoft.com/office/drawing/2014/main" id="{38BF2BE6-9EB6-467A-8C3B-B769C5CC9AEB}"/>
              </a:ext>
            </a:extLst>
          </p:cNvPr>
          <p:cNvSpPr>
            <a:spLocks noGrp="1"/>
          </p:cNvSpPr>
          <p:nvPr/>
        </p:nvSpPr>
        <p:spPr>
          <a:xfrm>
            <a:off x="6273641" y="2009775"/>
            <a:ext cx="28575" cy="47625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93F8C9D-1142-4B30-A759-1652EB2DCD12}"/>
              </a:ext>
            </a:extLst>
          </p:cNvPr>
          <p:cNvSpPr>
            <a:spLocks noGrp="1"/>
          </p:cNvSpPr>
          <p:nvPr/>
        </p:nvSpPr>
        <p:spPr>
          <a:xfrm>
            <a:off x="6249829" y="22098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-35">
            <a:extLst>
              <a:ext uri="{FF2B5EF4-FFF2-40B4-BE49-F238E27FC236}">
                <a16:creationId xmlns:a16="http://schemas.microsoft.com/office/drawing/2014/main" id="{97893CA6-B93E-4D80-A900-9AFD95429210}"/>
              </a:ext>
            </a:extLst>
          </p:cNvPr>
          <p:cNvSpPr>
            <a:spLocks noGrp="1"/>
          </p:cNvSpPr>
          <p:nvPr/>
        </p:nvSpPr>
        <p:spPr>
          <a:xfrm>
            <a:off x="6287929" y="1995488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FEF328-D486-4765-8A5C-144F37DA964D}"/>
              </a:ext>
            </a:extLst>
          </p:cNvPr>
          <p:cNvSpPr>
            <a:spLocks noGrp="1"/>
          </p:cNvSpPr>
          <p:nvPr/>
        </p:nvSpPr>
        <p:spPr>
          <a:xfrm>
            <a:off x="7324725" y="19716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-A">
            <a:extLst>
              <a:ext uri="{FF2B5EF4-FFF2-40B4-BE49-F238E27FC236}">
                <a16:creationId xmlns:a16="http://schemas.microsoft.com/office/drawing/2014/main" id="{7AFF2FD1-9996-47FC-9716-8A5CCBBCF8C8}"/>
              </a:ext>
            </a:extLst>
          </p:cNvPr>
          <p:cNvSpPr>
            <a:spLocks noGrp="1"/>
          </p:cNvSpPr>
          <p:nvPr/>
        </p:nvSpPr>
        <p:spPr>
          <a:xfrm>
            <a:off x="7486650" y="188595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9" name="rect-38">
            <a:extLst>
              <a:ext uri="{FF2B5EF4-FFF2-40B4-BE49-F238E27FC236}">
                <a16:creationId xmlns:a16="http://schemas.microsoft.com/office/drawing/2014/main" id="{2CA1C56C-5E9E-468E-93BE-7C99C8391020}"/>
              </a:ext>
            </a:extLst>
          </p:cNvPr>
          <p:cNvSpPr>
            <a:spLocks noGrp="1"/>
          </p:cNvSpPr>
          <p:nvPr/>
        </p:nvSpPr>
        <p:spPr>
          <a:xfrm>
            <a:off x="6287929" y="2471738"/>
            <a:ext cx="58102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10ED0EB-5F79-4EA1-96CF-46FDA6732677}"/>
              </a:ext>
            </a:extLst>
          </p:cNvPr>
          <p:cNvSpPr>
            <a:spLocks noGrp="1"/>
          </p:cNvSpPr>
          <p:nvPr/>
        </p:nvSpPr>
        <p:spPr>
          <a:xfrm>
            <a:off x="6830854" y="24479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-B">
            <a:extLst>
              <a:ext uri="{FF2B5EF4-FFF2-40B4-BE49-F238E27FC236}">
                <a16:creationId xmlns:a16="http://schemas.microsoft.com/office/drawing/2014/main" id="{64E88F41-852D-4678-9A07-48C53701FC01}"/>
              </a:ext>
            </a:extLst>
          </p:cNvPr>
          <p:cNvSpPr>
            <a:spLocks noGrp="1"/>
          </p:cNvSpPr>
          <p:nvPr/>
        </p:nvSpPr>
        <p:spPr>
          <a:xfrm>
            <a:off x="7486650" y="236220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2" name="rect-41">
            <a:extLst>
              <a:ext uri="{FF2B5EF4-FFF2-40B4-BE49-F238E27FC236}">
                <a16:creationId xmlns:a16="http://schemas.microsoft.com/office/drawing/2014/main" id="{C77BA8D8-3AB0-451A-8790-B7376DA1834C}"/>
              </a:ext>
            </a:extLst>
          </p:cNvPr>
          <p:cNvSpPr>
            <a:spLocks noGrp="1"/>
          </p:cNvSpPr>
          <p:nvPr/>
        </p:nvSpPr>
        <p:spPr>
          <a:xfrm>
            <a:off x="5210175" y="3186113"/>
            <a:ext cx="1077754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-42">
            <a:extLst>
              <a:ext uri="{FF2B5EF4-FFF2-40B4-BE49-F238E27FC236}">
                <a16:creationId xmlns:a16="http://schemas.microsoft.com/office/drawing/2014/main" id="{CD019FD8-116A-4958-A610-66DA7E65B353}"/>
              </a:ext>
            </a:extLst>
          </p:cNvPr>
          <p:cNvSpPr>
            <a:spLocks noGrp="1"/>
          </p:cNvSpPr>
          <p:nvPr/>
        </p:nvSpPr>
        <p:spPr>
          <a:xfrm>
            <a:off x="6273641" y="2962275"/>
            <a:ext cx="28575" cy="47625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E547EA1-51AF-4EE2-9789-ABB48F111BB2}"/>
              </a:ext>
            </a:extLst>
          </p:cNvPr>
          <p:cNvSpPr>
            <a:spLocks noGrp="1"/>
          </p:cNvSpPr>
          <p:nvPr/>
        </p:nvSpPr>
        <p:spPr>
          <a:xfrm>
            <a:off x="6249829" y="31623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-44">
            <a:extLst>
              <a:ext uri="{FF2B5EF4-FFF2-40B4-BE49-F238E27FC236}">
                <a16:creationId xmlns:a16="http://schemas.microsoft.com/office/drawing/2014/main" id="{8894D965-409C-4BF5-A08E-111D4E760923}"/>
              </a:ext>
            </a:extLst>
          </p:cNvPr>
          <p:cNvSpPr>
            <a:spLocks noGrp="1"/>
          </p:cNvSpPr>
          <p:nvPr/>
        </p:nvSpPr>
        <p:spPr>
          <a:xfrm>
            <a:off x="6287929" y="2947988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EA4FF6D-9F79-4F62-ABBF-E77A5EAEE368}"/>
              </a:ext>
            </a:extLst>
          </p:cNvPr>
          <p:cNvSpPr>
            <a:spLocks noGrp="1"/>
          </p:cNvSpPr>
          <p:nvPr/>
        </p:nvSpPr>
        <p:spPr>
          <a:xfrm>
            <a:off x="7324725" y="29241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-C">
            <a:extLst>
              <a:ext uri="{FF2B5EF4-FFF2-40B4-BE49-F238E27FC236}">
                <a16:creationId xmlns:a16="http://schemas.microsoft.com/office/drawing/2014/main" id="{307A171B-C7CC-4085-8C60-9CEFA77F6960}"/>
              </a:ext>
            </a:extLst>
          </p:cNvPr>
          <p:cNvSpPr>
            <a:spLocks noGrp="1"/>
          </p:cNvSpPr>
          <p:nvPr/>
        </p:nvSpPr>
        <p:spPr>
          <a:xfrm>
            <a:off x="7486650" y="283845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8" name="rect-47">
            <a:extLst>
              <a:ext uri="{FF2B5EF4-FFF2-40B4-BE49-F238E27FC236}">
                <a16:creationId xmlns:a16="http://schemas.microsoft.com/office/drawing/2014/main" id="{79A77A7F-924A-4522-9C3E-542CE44B8FC7}"/>
              </a:ext>
            </a:extLst>
          </p:cNvPr>
          <p:cNvSpPr>
            <a:spLocks noGrp="1"/>
          </p:cNvSpPr>
          <p:nvPr/>
        </p:nvSpPr>
        <p:spPr>
          <a:xfrm>
            <a:off x="6287929" y="3424238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985E5AC-6352-4939-B277-572C9DBBC3C6}"/>
              </a:ext>
            </a:extLst>
          </p:cNvPr>
          <p:cNvSpPr>
            <a:spLocks noGrp="1"/>
          </p:cNvSpPr>
          <p:nvPr/>
        </p:nvSpPr>
        <p:spPr>
          <a:xfrm>
            <a:off x="7324725" y="34004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-D">
            <a:extLst>
              <a:ext uri="{FF2B5EF4-FFF2-40B4-BE49-F238E27FC236}">
                <a16:creationId xmlns:a16="http://schemas.microsoft.com/office/drawing/2014/main" id="{6A1F3BA5-17C9-4E03-B3B4-EA514B45CF2D}"/>
              </a:ext>
            </a:extLst>
          </p:cNvPr>
          <p:cNvSpPr>
            <a:spLocks noGrp="1"/>
          </p:cNvSpPr>
          <p:nvPr/>
        </p:nvSpPr>
        <p:spPr>
          <a:xfrm>
            <a:off x="7486650" y="331470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F997EC2-D442-4075-B3F0-6A7FA30F2AD5}"/>
              </a:ext>
            </a:extLst>
          </p:cNvPr>
          <p:cNvSpPr>
            <a:spLocks noGrp="1"/>
          </p:cNvSpPr>
          <p:nvPr/>
        </p:nvSpPr>
        <p:spPr>
          <a:xfrm>
            <a:off x="5172075" y="268605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-51">
            <a:extLst>
              <a:ext uri="{FF2B5EF4-FFF2-40B4-BE49-F238E27FC236}">
                <a16:creationId xmlns:a16="http://schemas.microsoft.com/office/drawing/2014/main" id="{81C189A2-D484-42EC-99D7-74A02587CC58}"/>
              </a:ext>
            </a:extLst>
          </p:cNvPr>
          <p:cNvSpPr>
            <a:spLocks noGrp="1"/>
          </p:cNvSpPr>
          <p:nvPr/>
        </p:nvSpPr>
        <p:spPr>
          <a:xfrm>
            <a:off x="6505575" y="3752850"/>
            <a:ext cx="571500" cy="1905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-52">
            <a:extLst>
              <a:ext uri="{FF2B5EF4-FFF2-40B4-BE49-F238E27FC236}">
                <a16:creationId xmlns:a16="http://schemas.microsoft.com/office/drawing/2014/main" id="{2C86F0BB-F43E-4658-A6B1-1D031126DFCB}"/>
              </a:ext>
            </a:extLst>
          </p:cNvPr>
          <p:cNvSpPr>
            <a:spLocks noGrp="1"/>
          </p:cNvSpPr>
          <p:nvPr/>
        </p:nvSpPr>
        <p:spPr>
          <a:xfrm>
            <a:off x="6496050" y="3714750"/>
            <a:ext cx="19050" cy="9525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-53">
            <a:extLst>
              <a:ext uri="{FF2B5EF4-FFF2-40B4-BE49-F238E27FC236}">
                <a16:creationId xmlns:a16="http://schemas.microsoft.com/office/drawing/2014/main" id="{4FE6F3B5-EF62-4EA6-9ADC-207D7D01EFDC}"/>
              </a:ext>
            </a:extLst>
          </p:cNvPr>
          <p:cNvSpPr>
            <a:spLocks noGrp="1"/>
          </p:cNvSpPr>
          <p:nvPr/>
        </p:nvSpPr>
        <p:spPr>
          <a:xfrm>
            <a:off x="7067550" y="3714750"/>
            <a:ext cx="19050" cy="9525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-0.02 substitutions/site">
            <a:extLst>
              <a:ext uri="{FF2B5EF4-FFF2-40B4-BE49-F238E27FC236}">
                <a16:creationId xmlns:a16="http://schemas.microsoft.com/office/drawing/2014/main" id="{53B9FD2E-A470-4097-B025-ED0955B67F22}"/>
              </a:ext>
            </a:extLst>
          </p:cNvPr>
          <p:cNvSpPr>
            <a:spLocks noGrp="1"/>
          </p:cNvSpPr>
          <p:nvPr/>
        </p:nvSpPr>
        <p:spPr>
          <a:xfrm>
            <a:off x="6019800" y="38576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0.02 substitutions/site</a:t>
            </a:r>
          </a:p>
        </p:txBody>
      </p:sp>
      <p:sp>
        <p:nvSpPr>
          <p:cNvPr id="56" name="rect-55">
            <a:extLst>
              <a:ext uri="{FF2B5EF4-FFF2-40B4-BE49-F238E27FC236}">
                <a16:creationId xmlns:a16="http://schemas.microsoft.com/office/drawing/2014/main" id="{E5A22682-7D1B-4917-A2B2-9E569E936C5E}"/>
              </a:ext>
            </a:extLst>
          </p:cNvPr>
          <p:cNvSpPr>
            <a:spLocks noGrp="1"/>
          </p:cNvSpPr>
          <p:nvPr/>
        </p:nvSpPr>
        <p:spPr>
          <a:xfrm>
            <a:off x="628650" y="4433888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-Genetic length = evolutionary rate × elapsed time">
            <a:extLst>
              <a:ext uri="{FF2B5EF4-FFF2-40B4-BE49-F238E27FC236}">
                <a16:creationId xmlns:a16="http://schemas.microsoft.com/office/drawing/2014/main" id="{508B299B-8BB6-45B5-B995-A7BCBA1FA265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7391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Genetic length = evolutionary rate × elapsed time</a:t>
            </a:r>
          </a:p>
        </p:txBody>
      </p:sp>
    </p:spTree>
    <p:extLst>
      <p:ext uri="{BB962C8B-B14F-4D97-AF65-F5344CB8AC3E}">
        <p14:creationId xmlns:p14="http://schemas.microsoft.com/office/powerpoint/2010/main" val="163662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CC27D00-E293-45DE-A960-8616C1C23BA6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5E5EA4D-9B04-4235-B3D2-114E3A3D2B5B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CB02EE3F-382A-4EB5-913E-81BFB9232D8E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Choose comparable gene copies">
            <a:extLst>
              <a:ext uri="{FF2B5EF4-FFF2-40B4-BE49-F238E27FC236}">
                <a16:creationId xmlns:a16="http://schemas.microsoft.com/office/drawing/2014/main" id="{1F230993-4A2B-49F5-BD5B-04E9BEF8143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Choose comparable gene copies</a:t>
            </a:r>
          </a:p>
        </p:txBody>
      </p:sp>
      <p:sp>
        <p:nvSpPr>
          <p:cNvPr id="5" name="text-07">
            <a:extLst>
              <a:ext uri="{FF2B5EF4-FFF2-40B4-BE49-F238E27FC236}">
                <a16:creationId xmlns:a16="http://schemas.microsoft.com/office/drawing/2014/main" id="{E6397404-A2FB-4F89-B391-4EDD003962A2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text-Gene-family history: duplication before species divergence">
            <a:extLst>
              <a:ext uri="{FF2B5EF4-FFF2-40B4-BE49-F238E27FC236}">
                <a16:creationId xmlns:a16="http://schemas.microsoft.com/office/drawing/2014/main" id="{697B5DCE-1A90-49B0-83B0-C3AF5E5A0FB9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Gene-family history: duplication before species divergence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27FFE6BB-6892-4105-B8A1-61CC5C859FEB}"/>
              </a:ext>
            </a:extLst>
          </p:cNvPr>
          <p:cNvSpPr>
            <a:spLocks noGrp="1"/>
          </p:cNvSpPr>
          <p:nvPr/>
        </p:nvSpPr>
        <p:spPr>
          <a:xfrm>
            <a:off x="959644" y="2905125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14EDB5B4-3AF8-4B89-9499-DCAF818F2FA3}"/>
              </a:ext>
            </a:extLst>
          </p:cNvPr>
          <p:cNvSpPr>
            <a:spLocks noGrp="1"/>
          </p:cNvSpPr>
          <p:nvPr/>
        </p:nvSpPr>
        <p:spPr>
          <a:xfrm>
            <a:off x="957263" y="2333625"/>
            <a:ext cx="28575" cy="11430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AA5346CF-36B6-425C-A19D-7EE9F3F4367A}"/>
              </a:ext>
            </a:extLst>
          </p:cNvPr>
          <p:cNvSpPr>
            <a:spLocks noGrp="1"/>
          </p:cNvSpPr>
          <p:nvPr/>
        </p:nvSpPr>
        <p:spPr>
          <a:xfrm>
            <a:off x="800100" y="2890838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C47E1061-06AE-4B6E-BCB6-EE41877BB752}"/>
              </a:ext>
            </a:extLst>
          </p:cNvPr>
          <p:cNvSpPr>
            <a:spLocks noGrp="1"/>
          </p:cNvSpPr>
          <p:nvPr/>
        </p:nvSpPr>
        <p:spPr>
          <a:xfrm>
            <a:off x="971550" y="2319338"/>
            <a:ext cx="1556957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FCAEF203-2ED6-428B-B948-F74B81BEB317}"/>
              </a:ext>
            </a:extLst>
          </p:cNvPr>
          <p:cNvSpPr>
            <a:spLocks noGrp="1"/>
          </p:cNvSpPr>
          <p:nvPr/>
        </p:nvSpPr>
        <p:spPr>
          <a:xfrm>
            <a:off x="2514219" y="2047875"/>
            <a:ext cx="28575" cy="5715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8A85E1-1055-4F57-B5C9-5B1CC547EB75}"/>
              </a:ext>
            </a:extLst>
          </p:cNvPr>
          <p:cNvSpPr>
            <a:spLocks noGrp="1"/>
          </p:cNvSpPr>
          <p:nvPr/>
        </p:nvSpPr>
        <p:spPr>
          <a:xfrm>
            <a:off x="2490407" y="22955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191D0B60-114C-4C08-B0B6-65CBC41383F3}"/>
              </a:ext>
            </a:extLst>
          </p:cNvPr>
          <p:cNvSpPr>
            <a:spLocks noGrp="1"/>
          </p:cNvSpPr>
          <p:nvPr/>
        </p:nvSpPr>
        <p:spPr>
          <a:xfrm>
            <a:off x="2528507" y="2033588"/>
            <a:ext cx="1487233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173445-D67E-4ECB-964F-01874149E85A}"/>
              </a:ext>
            </a:extLst>
          </p:cNvPr>
          <p:cNvSpPr>
            <a:spLocks noGrp="1"/>
          </p:cNvSpPr>
          <p:nvPr/>
        </p:nvSpPr>
        <p:spPr>
          <a:xfrm>
            <a:off x="3977640" y="20097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S1 · X">
            <a:extLst>
              <a:ext uri="{FF2B5EF4-FFF2-40B4-BE49-F238E27FC236}">
                <a16:creationId xmlns:a16="http://schemas.microsoft.com/office/drawing/2014/main" id="{62144FF3-0E05-4901-B830-962506932710}"/>
              </a:ext>
            </a:extLst>
          </p:cNvPr>
          <p:cNvSpPr>
            <a:spLocks noGrp="1"/>
          </p:cNvSpPr>
          <p:nvPr/>
        </p:nvSpPr>
        <p:spPr>
          <a:xfrm>
            <a:off x="4139565" y="1924050"/>
            <a:ext cx="8843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S1 · X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20134CA2-E7D0-494C-ADD6-83680F5C8B10}"/>
              </a:ext>
            </a:extLst>
          </p:cNvPr>
          <p:cNvSpPr>
            <a:spLocks noGrp="1"/>
          </p:cNvSpPr>
          <p:nvPr/>
        </p:nvSpPr>
        <p:spPr>
          <a:xfrm>
            <a:off x="2528507" y="2605088"/>
            <a:ext cx="1487233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BDC05FD-302C-4B6B-BC87-39509A384332}"/>
              </a:ext>
            </a:extLst>
          </p:cNvPr>
          <p:cNvSpPr>
            <a:spLocks noGrp="1"/>
          </p:cNvSpPr>
          <p:nvPr/>
        </p:nvSpPr>
        <p:spPr>
          <a:xfrm>
            <a:off x="3977640" y="25812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S2 · X">
            <a:extLst>
              <a:ext uri="{FF2B5EF4-FFF2-40B4-BE49-F238E27FC236}">
                <a16:creationId xmlns:a16="http://schemas.microsoft.com/office/drawing/2014/main" id="{1B09E86B-468C-4996-8DFE-76E2AACBE307}"/>
              </a:ext>
            </a:extLst>
          </p:cNvPr>
          <p:cNvSpPr>
            <a:spLocks noGrp="1"/>
          </p:cNvSpPr>
          <p:nvPr/>
        </p:nvSpPr>
        <p:spPr>
          <a:xfrm>
            <a:off x="4139565" y="2495550"/>
            <a:ext cx="8843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S2 · X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EB442FC0-0E97-4E50-9409-7EAB77E33736}"/>
              </a:ext>
            </a:extLst>
          </p:cNvPr>
          <p:cNvSpPr>
            <a:spLocks noGrp="1"/>
          </p:cNvSpPr>
          <p:nvPr/>
        </p:nvSpPr>
        <p:spPr>
          <a:xfrm>
            <a:off x="971550" y="3462338"/>
            <a:ext cx="1556957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D164C6DD-64E5-4297-B844-C2E7444C8C59}"/>
              </a:ext>
            </a:extLst>
          </p:cNvPr>
          <p:cNvSpPr>
            <a:spLocks noGrp="1"/>
          </p:cNvSpPr>
          <p:nvPr/>
        </p:nvSpPr>
        <p:spPr>
          <a:xfrm>
            <a:off x="2514219" y="3190875"/>
            <a:ext cx="28575" cy="5715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9E64E7-D1D7-4CE4-99CF-0A874E7A2883}"/>
              </a:ext>
            </a:extLst>
          </p:cNvPr>
          <p:cNvSpPr>
            <a:spLocks noGrp="1"/>
          </p:cNvSpPr>
          <p:nvPr/>
        </p:nvSpPr>
        <p:spPr>
          <a:xfrm>
            <a:off x="2490407" y="34385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9B337063-E945-4A5E-BFCE-F7F3C052B13C}"/>
              </a:ext>
            </a:extLst>
          </p:cNvPr>
          <p:cNvSpPr>
            <a:spLocks noGrp="1"/>
          </p:cNvSpPr>
          <p:nvPr/>
        </p:nvSpPr>
        <p:spPr>
          <a:xfrm>
            <a:off x="2528507" y="3176588"/>
            <a:ext cx="1487233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808B20-A1E1-4EFD-BF0B-321F5F8EE764}"/>
              </a:ext>
            </a:extLst>
          </p:cNvPr>
          <p:cNvSpPr>
            <a:spLocks noGrp="1"/>
          </p:cNvSpPr>
          <p:nvPr/>
        </p:nvSpPr>
        <p:spPr>
          <a:xfrm>
            <a:off x="3977640" y="31527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S1 · Y">
            <a:extLst>
              <a:ext uri="{FF2B5EF4-FFF2-40B4-BE49-F238E27FC236}">
                <a16:creationId xmlns:a16="http://schemas.microsoft.com/office/drawing/2014/main" id="{8BC9E85B-2229-4F76-BC79-18DCBBA3CE58}"/>
              </a:ext>
            </a:extLst>
          </p:cNvPr>
          <p:cNvSpPr>
            <a:spLocks noGrp="1"/>
          </p:cNvSpPr>
          <p:nvPr/>
        </p:nvSpPr>
        <p:spPr>
          <a:xfrm>
            <a:off x="4139565" y="3067050"/>
            <a:ext cx="8843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S1 · Y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CC71991C-8231-430D-BC9C-58AB273318EC}"/>
              </a:ext>
            </a:extLst>
          </p:cNvPr>
          <p:cNvSpPr>
            <a:spLocks noGrp="1"/>
          </p:cNvSpPr>
          <p:nvPr/>
        </p:nvSpPr>
        <p:spPr>
          <a:xfrm>
            <a:off x="2528507" y="3748088"/>
            <a:ext cx="1487233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E5D96A-790A-424F-AAAE-0D3E007D6CCB}"/>
              </a:ext>
            </a:extLst>
          </p:cNvPr>
          <p:cNvSpPr>
            <a:spLocks noGrp="1"/>
          </p:cNvSpPr>
          <p:nvPr/>
        </p:nvSpPr>
        <p:spPr>
          <a:xfrm>
            <a:off x="3977640" y="37242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S2 · Y">
            <a:extLst>
              <a:ext uri="{FF2B5EF4-FFF2-40B4-BE49-F238E27FC236}">
                <a16:creationId xmlns:a16="http://schemas.microsoft.com/office/drawing/2014/main" id="{2BFE52E6-B35E-4AE8-BE8F-24688F5DC6C3}"/>
              </a:ext>
            </a:extLst>
          </p:cNvPr>
          <p:cNvSpPr>
            <a:spLocks noGrp="1"/>
          </p:cNvSpPr>
          <p:nvPr/>
        </p:nvSpPr>
        <p:spPr>
          <a:xfrm>
            <a:off x="4139565" y="3638550"/>
            <a:ext cx="8843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S2 · 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88D639-8FCB-470A-991E-BA7CDDC02BA4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B0461D-04FA-4DAD-B6BE-D2D4616E0A5B}"/>
              </a:ext>
            </a:extLst>
          </p:cNvPr>
          <p:cNvSpPr>
            <a:spLocks noGrp="1"/>
          </p:cNvSpPr>
          <p:nvPr/>
        </p:nvSpPr>
        <p:spPr>
          <a:xfrm>
            <a:off x="895350" y="2828925"/>
            <a:ext cx="152400" cy="152400"/>
          </a:xfrm>
          <a:prstGeom prst="ellipse">
            <a:avLst/>
          </a:prstGeom>
          <a:solidFill>
            <a:srgbClr val="C4A1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Gold node: gene duplication • S1 / S2: two species">
            <a:extLst>
              <a:ext uri="{FF2B5EF4-FFF2-40B4-BE49-F238E27FC236}">
                <a16:creationId xmlns:a16="http://schemas.microsoft.com/office/drawing/2014/main" id="{AE330B13-25F9-4A74-BD31-3365A45B95C2}"/>
              </a:ext>
            </a:extLst>
          </p:cNvPr>
          <p:cNvSpPr>
            <a:spLocks noGrp="1"/>
          </p:cNvSpPr>
          <p:nvPr/>
        </p:nvSpPr>
        <p:spPr>
          <a:xfrm>
            <a:off x="619125" y="44196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Gold node: gene duplication • S1 / S2: two species</a:t>
            </a:r>
          </a:p>
        </p:txBody>
      </p:sp>
      <p:sp>
        <p:nvSpPr>
          <p:cNvPr id="31" name="text-X copies">
            <a:extLst>
              <a:ext uri="{FF2B5EF4-FFF2-40B4-BE49-F238E27FC236}">
                <a16:creationId xmlns:a16="http://schemas.microsoft.com/office/drawing/2014/main" id="{942A7AA1-7D8C-49E7-826D-FD4A624F4911}"/>
              </a:ext>
            </a:extLst>
          </p:cNvPr>
          <p:cNvSpPr>
            <a:spLocks noGrp="1"/>
          </p:cNvSpPr>
          <p:nvPr/>
        </p:nvSpPr>
        <p:spPr>
          <a:xfrm>
            <a:off x="2143125" y="16287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X copies</a:t>
            </a:r>
          </a:p>
        </p:txBody>
      </p:sp>
      <p:sp>
        <p:nvSpPr>
          <p:cNvPr id="32" name="text-Y copies">
            <a:extLst>
              <a:ext uri="{FF2B5EF4-FFF2-40B4-BE49-F238E27FC236}">
                <a16:creationId xmlns:a16="http://schemas.microsoft.com/office/drawing/2014/main" id="{D5EF5919-CB9C-4B45-8A5F-64C9C4698465}"/>
              </a:ext>
            </a:extLst>
          </p:cNvPr>
          <p:cNvSpPr>
            <a:spLocks noGrp="1"/>
          </p:cNvSpPr>
          <p:nvPr/>
        </p:nvSpPr>
        <p:spPr>
          <a:xfrm>
            <a:off x="2143125" y="4019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Y copies</a:t>
            </a:r>
          </a:p>
        </p:txBody>
      </p:sp>
      <p:sp>
        <p:nvSpPr>
          <p:cNvPr id="33" name="text-Homologs">
            <a:extLst>
              <a:ext uri="{FF2B5EF4-FFF2-40B4-BE49-F238E27FC236}">
                <a16:creationId xmlns:a16="http://schemas.microsoft.com/office/drawing/2014/main" id="{10DD82CD-23DC-4770-ADAC-55CA3C8F9C6B}"/>
              </a:ext>
            </a:extLst>
          </p:cNvPr>
          <p:cNvSpPr>
            <a:spLocks noGrp="1"/>
          </p:cNvSpPr>
          <p:nvPr/>
        </p:nvSpPr>
        <p:spPr>
          <a:xfrm>
            <a:off x="5800725" y="15906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Homologs</a:t>
            </a:r>
          </a:p>
        </p:txBody>
      </p:sp>
      <p:sp>
        <p:nvSpPr>
          <p:cNvPr id="34" name="text-Share evolutionary origin">
            <a:extLst>
              <a:ext uri="{FF2B5EF4-FFF2-40B4-BE49-F238E27FC236}">
                <a16:creationId xmlns:a16="http://schemas.microsoft.com/office/drawing/2014/main" id="{3B6BDCB5-4E4E-4BE2-A656-5FC92F29D273}"/>
              </a:ext>
            </a:extLst>
          </p:cNvPr>
          <p:cNvSpPr>
            <a:spLocks noGrp="1"/>
          </p:cNvSpPr>
          <p:nvPr/>
        </p:nvSpPr>
        <p:spPr>
          <a:xfrm>
            <a:off x="5800725" y="1914525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Share evolutionary origin</a:t>
            </a:r>
          </a:p>
        </p:txBody>
      </p:sp>
      <p:sp>
        <p:nvSpPr>
          <p:cNvPr id="35" name="text-Orthologs">
            <a:extLst>
              <a:ext uri="{FF2B5EF4-FFF2-40B4-BE49-F238E27FC236}">
                <a16:creationId xmlns:a16="http://schemas.microsoft.com/office/drawing/2014/main" id="{167F9A70-160B-44C0-8D3B-4906BEC0F702}"/>
              </a:ext>
            </a:extLst>
          </p:cNvPr>
          <p:cNvSpPr>
            <a:spLocks noGrp="1"/>
          </p:cNvSpPr>
          <p:nvPr/>
        </p:nvSpPr>
        <p:spPr>
          <a:xfrm>
            <a:off x="5800725" y="24860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Orthologs</a:t>
            </a:r>
          </a:p>
        </p:txBody>
      </p:sp>
      <p:sp>
        <p:nvSpPr>
          <p:cNvPr id="36" name="text-Related through speciation">
            <a:extLst>
              <a:ext uri="{FF2B5EF4-FFF2-40B4-BE49-F238E27FC236}">
                <a16:creationId xmlns:a16="http://schemas.microsoft.com/office/drawing/2014/main" id="{90CC3CEF-4338-4B71-9A9B-F6252298E83C}"/>
              </a:ext>
            </a:extLst>
          </p:cNvPr>
          <p:cNvSpPr>
            <a:spLocks noGrp="1"/>
          </p:cNvSpPr>
          <p:nvPr/>
        </p:nvSpPr>
        <p:spPr>
          <a:xfrm>
            <a:off x="5800725" y="2809875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Related through speciation</a:t>
            </a:r>
          </a:p>
        </p:txBody>
      </p:sp>
      <p:sp>
        <p:nvSpPr>
          <p:cNvPr id="37" name="text-Paralogs">
            <a:extLst>
              <a:ext uri="{FF2B5EF4-FFF2-40B4-BE49-F238E27FC236}">
                <a16:creationId xmlns:a16="http://schemas.microsoft.com/office/drawing/2014/main" id="{35C3BC79-7E49-45B5-AB3D-BC3406C1F6B0}"/>
              </a:ext>
            </a:extLst>
          </p:cNvPr>
          <p:cNvSpPr>
            <a:spLocks noGrp="1"/>
          </p:cNvSpPr>
          <p:nvPr/>
        </p:nvSpPr>
        <p:spPr>
          <a:xfrm>
            <a:off x="5800725" y="33813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Paralogs</a:t>
            </a:r>
          </a:p>
        </p:txBody>
      </p:sp>
      <p:sp>
        <p:nvSpPr>
          <p:cNvPr id="38" name="text-Related through duplication">
            <a:extLst>
              <a:ext uri="{FF2B5EF4-FFF2-40B4-BE49-F238E27FC236}">
                <a16:creationId xmlns:a16="http://schemas.microsoft.com/office/drawing/2014/main" id="{6891CE54-DBAB-4C3E-9F2D-869B2AD64510}"/>
              </a:ext>
            </a:extLst>
          </p:cNvPr>
          <p:cNvSpPr>
            <a:spLocks noGrp="1"/>
          </p:cNvSpPr>
          <p:nvPr/>
        </p:nvSpPr>
        <p:spPr>
          <a:xfrm>
            <a:off x="5800725" y="3705225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Related through duplication</a:t>
            </a:r>
          </a:p>
        </p:txBody>
      </p:sp>
    </p:spTree>
    <p:extLst>
      <p:ext uri="{BB962C8B-B14F-4D97-AF65-F5344CB8AC3E}">
        <p14:creationId xmlns:p14="http://schemas.microsoft.com/office/powerpoint/2010/main" val="1984465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1297485-3C73-4CC5-8512-FC804BDE4B31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11D761C-8DF4-4A2C-8737-035E2D6CB47B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F924252F-7F61-496D-8288-898F8B798F70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An alignment proposes correspondence">
            <a:extLst>
              <a:ext uri="{FF2B5EF4-FFF2-40B4-BE49-F238E27FC236}">
                <a16:creationId xmlns:a16="http://schemas.microsoft.com/office/drawing/2014/main" id="{9B4F5159-E826-4169-BEA9-E910F5BEE3C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An alignment proposes correspondence</a:t>
            </a:r>
          </a:p>
        </p:txBody>
      </p:sp>
      <p:sp>
        <p:nvSpPr>
          <p:cNvPr id="5" name="text-08">
            <a:extLst>
              <a:ext uri="{FF2B5EF4-FFF2-40B4-BE49-F238E27FC236}">
                <a16:creationId xmlns:a16="http://schemas.microsoft.com/office/drawing/2014/main" id="{7EC90B29-FC22-4685-B4C0-443A9D262DA3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text-A">
            <a:extLst>
              <a:ext uri="{FF2B5EF4-FFF2-40B4-BE49-F238E27FC236}">
                <a16:creationId xmlns:a16="http://schemas.microsoft.com/office/drawing/2014/main" id="{E4DB829F-744B-4AEB-BFA0-DBA2806AD905}"/>
              </a:ext>
            </a:extLst>
          </p:cNvPr>
          <p:cNvSpPr>
            <a:spLocks noGrp="1"/>
          </p:cNvSpPr>
          <p:nvPr/>
        </p:nvSpPr>
        <p:spPr>
          <a:xfrm>
            <a:off x="714375" y="1771650"/>
            <a:ext cx="2667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text-A">
            <a:extLst>
              <a:ext uri="{FF2B5EF4-FFF2-40B4-BE49-F238E27FC236}">
                <a16:creationId xmlns:a16="http://schemas.microsoft.com/office/drawing/2014/main" id="{EBEFF30C-C4B5-4604-AEB2-ECC895F5EB86}"/>
              </a:ext>
            </a:extLst>
          </p:cNvPr>
          <p:cNvSpPr>
            <a:spLocks noGrp="1"/>
          </p:cNvSpPr>
          <p:nvPr/>
        </p:nvSpPr>
        <p:spPr>
          <a:xfrm>
            <a:off x="1114425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822FB74B-75FB-4375-BE13-BB3BCE798DD7}"/>
              </a:ext>
            </a:extLst>
          </p:cNvPr>
          <p:cNvSpPr>
            <a:spLocks noGrp="1"/>
          </p:cNvSpPr>
          <p:nvPr/>
        </p:nvSpPr>
        <p:spPr>
          <a:xfrm>
            <a:off x="1514475" y="1752600"/>
            <a:ext cx="400050" cy="4191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-C">
            <a:extLst>
              <a:ext uri="{FF2B5EF4-FFF2-40B4-BE49-F238E27FC236}">
                <a16:creationId xmlns:a16="http://schemas.microsoft.com/office/drawing/2014/main" id="{21236A17-2E23-4AA1-8788-0155E29DAB7B}"/>
              </a:ext>
            </a:extLst>
          </p:cNvPr>
          <p:cNvSpPr>
            <a:spLocks noGrp="1"/>
          </p:cNvSpPr>
          <p:nvPr/>
        </p:nvSpPr>
        <p:spPr>
          <a:xfrm>
            <a:off x="1543050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text-G">
            <a:extLst>
              <a:ext uri="{FF2B5EF4-FFF2-40B4-BE49-F238E27FC236}">
                <a16:creationId xmlns:a16="http://schemas.microsoft.com/office/drawing/2014/main" id="{04778352-AC84-4185-AFE9-7E3D0C1461F0}"/>
              </a:ext>
            </a:extLst>
          </p:cNvPr>
          <p:cNvSpPr>
            <a:spLocks noGrp="1"/>
          </p:cNvSpPr>
          <p:nvPr/>
        </p:nvSpPr>
        <p:spPr>
          <a:xfrm>
            <a:off x="1971675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1" name="text-T">
            <a:extLst>
              <a:ext uri="{FF2B5EF4-FFF2-40B4-BE49-F238E27FC236}">
                <a16:creationId xmlns:a16="http://schemas.microsoft.com/office/drawing/2014/main" id="{12C1B961-1B55-4B3B-B5B6-514BF380D757}"/>
              </a:ext>
            </a:extLst>
          </p:cNvPr>
          <p:cNvSpPr>
            <a:spLocks noGrp="1"/>
          </p:cNvSpPr>
          <p:nvPr/>
        </p:nvSpPr>
        <p:spPr>
          <a:xfrm>
            <a:off x="2400300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" name="rect-11">
            <a:extLst>
              <a:ext uri="{FF2B5EF4-FFF2-40B4-BE49-F238E27FC236}">
                <a16:creationId xmlns:a16="http://schemas.microsoft.com/office/drawing/2014/main" id="{4F3A1289-0846-4345-9A69-01968FB6043B}"/>
              </a:ext>
            </a:extLst>
          </p:cNvPr>
          <p:cNvSpPr>
            <a:spLocks noGrp="1"/>
          </p:cNvSpPr>
          <p:nvPr/>
        </p:nvSpPr>
        <p:spPr>
          <a:xfrm>
            <a:off x="2800350" y="1752600"/>
            <a:ext cx="400050" cy="419100"/>
          </a:xfrm>
          <a:prstGeom prst="rect">
            <a:avLst/>
          </a:prstGeom>
          <a:solidFill>
            <a:srgbClr val="F6F0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A">
            <a:extLst>
              <a:ext uri="{FF2B5EF4-FFF2-40B4-BE49-F238E27FC236}">
                <a16:creationId xmlns:a16="http://schemas.microsoft.com/office/drawing/2014/main" id="{50A92102-248E-483D-90A2-8CAFE6CACF7D}"/>
              </a:ext>
            </a:extLst>
          </p:cNvPr>
          <p:cNvSpPr>
            <a:spLocks noGrp="1"/>
          </p:cNvSpPr>
          <p:nvPr/>
        </p:nvSpPr>
        <p:spPr>
          <a:xfrm>
            <a:off x="2828925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text-C">
            <a:extLst>
              <a:ext uri="{FF2B5EF4-FFF2-40B4-BE49-F238E27FC236}">
                <a16:creationId xmlns:a16="http://schemas.microsoft.com/office/drawing/2014/main" id="{FBA476B7-D40B-4007-B311-A2F2865F9EBC}"/>
              </a:ext>
            </a:extLst>
          </p:cNvPr>
          <p:cNvSpPr>
            <a:spLocks noGrp="1"/>
          </p:cNvSpPr>
          <p:nvPr/>
        </p:nvSpPr>
        <p:spPr>
          <a:xfrm>
            <a:off x="3257550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-G">
            <a:extLst>
              <a:ext uri="{FF2B5EF4-FFF2-40B4-BE49-F238E27FC236}">
                <a16:creationId xmlns:a16="http://schemas.microsoft.com/office/drawing/2014/main" id="{00391A23-4556-4437-A149-5A4C3779728B}"/>
              </a:ext>
            </a:extLst>
          </p:cNvPr>
          <p:cNvSpPr>
            <a:spLocks noGrp="1"/>
          </p:cNvSpPr>
          <p:nvPr/>
        </p:nvSpPr>
        <p:spPr>
          <a:xfrm>
            <a:off x="3686175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6" name="text-T">
            <a:extLst>
              <a:ext uri="{FF2B5EF4-FFF2-40B4-BE49-F238E27FC236}">
                <a16:creationId xmlns:a16="http://schemas.microsoft.com/office/drawing/2014/main" id="{A8801201-9519-4D5B-B998-CBF80AB5640E}"/>
              </a:ext>
            </a:extLst>
          </p:cNvPr>
          <p:cNvSpPr>
            <a:spLocks noGrp="1"/>
          </p:cNvSpPr>
          <p:nvPr/>
        </p:nvSpPr>
        <p:spPr>
          <a:xfrm>
            <a:off x="4114800" y="177165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7" name="text-B">
            <a:extLst>
              <a:ext uri="{FF2B5EF4-FFF2-40B4-BE49-F238E27FC236}">
                <a16:creationId xmlns:a16="http://schemas.microsoft.com/office/drawing/2014/main" id="{3F2B44F6-AA8C-4C7B-B9DF-ABF20C8C76BB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667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text-A">
            <a:extLst>
              <a:ext uri="{FF2B5EF4-FFF2-40B4-BE49-F238E27FC236}">
                <a16:creationId xmlns:a16="http://schemas.microsoft.com/office/drawing/2014/main" id="{11190BE0-7201-4EF7-B5FF-B272899F9490}"/>
              </a:ext>
            </a:extLst>
          </p:cNvPr>
          <p:cNvSpPr>
            <a:spLocks noGrp="1"/>
          </p:cNvSpPr>
          <p:nvPr/>
        </p:nvSpPr>
        <p:spPr>
          <a:xfrm>
            <a:off x="1114425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BD0C074E-7CD8-45D7-A172-35A6D746EDF4}"/>
              </a:ext>
            </a:extLst>
          </p:cNvPr>
          <p:cNvSpPr>
            <a:spLocks noGrp="1"/>
          </p:cNvSpPr>
          <p:nvPr/>
        </p:nvSpPr>
        <p:spPr>
          <a:xfrm>
            <a:off x="1514475" y="2219325"/>
            <a:ext cx="400050" cy="4191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C">
            <a:extLst>
              <a:ext uri="{FF2B5EF4-FFF2-40B4-BE49-F238E27FC236}">
                <a16:creationId xmlns:a16="http://schemas.microsoft.com/office/drawing/2014/main" id="{4D6D93B7-58D7-4CAE-B103-8BCC9A3D05E4}"/>
              </a:ext>
            </a:extLst>
          </p:cNvPr>
          <p:cNvSpPr>
            <a:spLocks noGrp="1"/>
          </p:cNvSpPr>
          <p:nvPr/>
        </p:nvSpPr>
        <p:spPr>
          <a:xfrm>
            <a:off x="1543050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" name="text-G">
            <a:extLst>
              <a:ext uri="{FF2B5EF4-FFF2-40B4-BE49-F238E27FC236}">
                <a16:creationId xmlns:a16="http://schemas.microsoft.com/office/drawing/2014/main" id="{B22CFA19-AE6A-4560-A221-A41BBC068D48}"/>
              </a:ext>
            </a:extLst>
          </p:cNvPr>
          <p:cNvSpPr>
            <a:spLocks noGrp="1"/>
          </p:cNvSpPr>
          <p:nvPr/>
        </p:nvSpPr>
        <p:spPr>
          <a:xfrm>
            <a:off x="1971675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2" name="text-T">
            <a:extLst>
              <a:ext uri="{FF2B5EF4-FFF2-40B4-BE49-F238E27FC236}">
                <a16:creationId xmlns:a16="http://schemas.microsoft.com/office/drawing/2014/main" id="{B385CA2C-6C8C-4F9D-AA59-D037A9A41F8F}"/>
              </a:ext>
            </a:extLst>
          </p:cNvPr>
          <p:cNvSpPr>
            <a:spLocks noGrp="1"/>
          </p:cNvSpPr>
          <p:nvPr/>
        </p:nvSpPr>
        <p:spPr>
          <a:xfrm>
            <a:off x="2400300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3" name="rect-22">
            <a:extLst>
              <a:ext uri="{FF2B5EF4-FFF2-40B4-BE49-F238E27FC236}">
                <a16:creationId xmlns:a16="http://schemas.microsoft.com/office/drawing/2014/main" id="{75A3B1B9-EF6F-4791-9F7C-C6282099C91D}"/>
              </a:ext>
            </a:extLst>
          </p:cNvPr>
          <p:cNvSpPr>
            <a:spLocks noGrp="1"/>
          </p:cNvSpPr>
          <p:nvPr/>
        </p:nvSpPr>
        <p:spPr>
          <a:xfrm>
            <a:off x="2800350" y="2219325"/>
            <a:ext cx="400050" cy="419100"/>
          </a:xfrm>
          <a:prstGeom prst="rect">
            <a:avLst/>
          </a:prstGeom>
          <a:solidFill>
            <a:srgbClr val="F6F0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A">
            <a:extLst>
              <a:ext uri="{FF2B5EF4-FFF2-40B4-BE49-F238E27FC236}">
                <a16:creationId xmlns:a16="http://schemas.microsoft.com/office/drawing/2014/main" id="{2DD848B0-5895-4E58-8815-0DDF9E0A43C7}"/>
              </a:ext>
            </a:extLst>
          </p:cNvPr>
          <p:cNvSpPr>
            <a:spLocks noGrp="1"/>
          </p:cNvSpPr>
          <p:nvPr/>
        </p:nvSpPr>
        <p:spPr>
          <a:xfrm>
            <a:off x="2828925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text-C">
            <a:extLst>
              <a:ext uri="{FF2B5EF4-FFF2-40B4-BE49-F238E27FC236}">
                <a16:creationId xmlns:a16="http://schemas.microsoft.com/office/drawing/2014/main" id="{6CE87ECF-D55F-4A2B-AA6F-3E5264E061C9}"/>
              </a:ext>
            </a:extLst>
          </p:cNvPr>
          <p:cNvSpPr>
            <a:spLocks noGrp="1"/>
          </p:cNvSpPr>
          <p:nvPr/>
        </p:nvSpPr>
        <p:spPr>
          <a:xfrm>
            <a:off x="3257550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" name="text-G">
            <a:extLst>
              <a:ext uri="{FF2B5EF4-FFF2-40B4-BE49-F238E27FC236}">
                <a16:creationId xmlns:a16="http://schemas.microsoft.com/office/drawing/2014/main" id="{DF2E0A99-445A-4B75-9F47-D1C7E754731F}"/>
              </a:ext>
            </a:extLst>
          </p:cNvPr>
          <p:cNvSpPr>
            <a:spLocks noGrp="1"/>
          </p:cNvSpPr>
          <p:nvPr/>
        </p:nvSpPr>
        <p:spPr>
          <a:xfrm>
            <a:off x="3686175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7" name="text-A">
            <a:extLst>
              <a:ext uri="{FF2B5EF4-FFF2-40B4-BE49-F238E27FC236}">
                <a16:creationId xmlns:a16="http://schemas.microsoft.com/office/drawing/2014/main" id="{3BD30CB0-EC6C-47E5-AF6B-4552B689453D}"/>
              </a:ext>
            </a:extLst>
          </p:cNvPr>
          <p:cNvSpPr>
            <a:spLocks noGrp="1"/>
          </p:cNvSpPr>
          <p:nvPr/>
        </p:nvSpPr>
        <p:spPr>
          <a:xfrm>
            <a:off x="4114800" y="223837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text-C">
            <a:extLst>
              <a:ext uri="{FF2B5EF4-FFF2-40B4-BE49-F238E27FC236}">
                <a16:creationId xmlns:a16="http://schemas.microsoft.com/office/drawing/2014/main" id="{3584D036-463B-4F58-88B0-8CEB2E44C237}"/>
              </a:ext>
            </a:extLst>
          </p:cNvPr>
          <p:cNvSpPr>
            <a:spLocks noGrp="1"/>
          </p:cNvSpPr>
          <p:nvPr/>
        </p:nvSpPr>
        <p:spPr>
          <a:xfrm>
            <a:off x="714375" y="2705100"/>
            <a:ext cx="2667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" name="text-A">
            <a:extLst>
              <a:ext uri="{FF2B5EF4-FFF2-40B4-BE49-F238E27FC236}">
                <a16:creationId xmlns:a16="http://schemas.microsoft.com/office/drawing/2014/main" id="{A656829A-0B2F-4364-9B92-5673D4608607}"/>
              </a:ext>
            </a:extLst>
          </p:cNvPr>
          <p:cNvSpPr>
            <a:spLocks noGrp="1"/>
          </p:cNvSpPr>
          <p:nvPr/>
        </p:nvSpPr>
        <p:spPr>
          <a:xfrm>
            <a:off x="1114425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rect-29">
            <a:extLst>
              <a:ext uri="{FF2B5EF4-FFF2-40B4-BE49-F238E27FC236}">
                <a16:creationId xmlns:a16="http://schemas.microsoft.com/office/drawing/2014/main" id="{CF5CBF8A-08AC-4B87-8B2A-0646A279AAD9}"/>
              </a:ext>
            </a:extLst>
          </p:cNvPr>
          <p:cNvSpPr>
            <a:spLocks noGrp="1"/>
          </p:cNvSpPr>
          <p:nvPr/>
        </p:nvSpPr>
        <p:spPr>
          <a:xfrm>
            <a:off x="1514475" y="2686050"/>
            <a:ext cx="400050" cy="4191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T">
            <a:extLst>
              <a:ext uri="{FF2B5EF4-FFF2-40B4-BE49-F238E27FC236}">
                <a16:creationId xmlns:a16="http://schemas.microsoft.com/office/drawing/2014/main" id="{DE337852-C92A-4337-88A1-7D529092C69C}"/>
              </a:ext>
            </a:extLst>
          </p:cNvPr>
          <p:cNvSpPr>
            <a:spLocks noGrp="1"/>
          </p:cNvSpPr>
          <p:nvPr/>
        </p:nvSpPr>
        <p:spPr>
          <a:xfrm>
            <a:off x="1543050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2" name="text-G">
            <a:extLst>
              <a:ext uri="{FF2B5EF4-FFF2-40B4-BE49-F238E27FC236}">
                <a16:creationId xmlns:a16="http://schemas.microsoft.com/office/drawing/2014/main" id="{7C0B00FA-5827-402C-BC08-990ACE63A1CA}"/>
              </a:ext>
            </a:extLst>
          </p:cNvPr>
          <p:cNvSpPr>
            <a:spLocks noGrp="1"/>
          </p:cNvSpPr>
          <p:nvPr/>
        </p:nvSpPr>
        <p:spPr>
          <a:xfrm>
            <a:off x="1971675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3" name="text-T">
            <a:extLst>
              <a:ext uri="{FF2B5EF4-FFF2-40B4-BE49-F238E27FC236}">
                <a16:creationId xmlns:a16="http://schemas.microsoft.com/office/drawing/2014/main" id="{D1C03304-3CE0-4E73-B284-C971E6803BAF}"/>
              </a:ext>
            </a:extLst>
          </p:cNvPr>
          <p:cNvSpPr>
            <a:spLocks noGrp="1"/>
          </p:cNvSpPr>
          <p:nvPr/>
        </p:nvSpPr>
        <p:spPr>
          <a:xfrm>
            <a:off x="2400300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4" name="rect-33">
            <a:extLst>
              <a:ext uri="{FF2B5EF4-FFF2-40B4-BE49-F238E27FC236}">
                <a16:creationId xmlns:a16="http://schemas.microsoft.com/office/drawing/2014/main" id="{B3828889-D201-415B-8192-FF14E64B5F43}"/>
              </a:ext>
            </a:extLst>
          </p:cNvPr>
          <p:cNvSpPr>
            <a:spLocks noGrp="1"/>
          </p:cNvSpPr>
          <p:nvPr/>
        </p:nvSpPr>
        <p:spPr>
          <a:xfrm>
            <a:off x="2800350" y="2686050"/>
            <a:ext cx="400050" cy="419100"/>
          </a:xfrm>
          <a:prstGeom prst="rect">
            <a:avLst/>
          </a:prstGeom>
          <a:solidFill>
            <a:srgbClr val="F6F0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-T">
            <a:extLst>
              <a:ext uri="{FF2B5EF4-FFF2-40B4-BE49-F238E27FC236}">
                <a16:creationId xmlns:a16="http://schemas.microsoft.com/office/drawing/2014/main" id="{C75E2E24-EAFE-447E-A423-C714595E5EE8}"/>
              </a:ext>
            </a:extLst>
          </p:cNvPr>
          <p:cNvSpPr>
            <a:spLocks noGrp="1"/>
          </p:cNvSpPr>
          <p:nvPr/>
        </p:nvSpPr>
        <p:spPr>
          <a:xfrm>
            <a:off x="2828925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6" name="text-C">
            <a:extLst>
              <a:ext uri="{FF2B5EF4-FFF2-40B4-BE49-F238E27FC236}">
                <a16:creationId xmlns:a16="http://schemas.microsoft.com/office/drawing/2014/main" id="{0AAB4307-DD0F-4F0B-8474-F9EB459D44CD}"/>
              </a:ext>
            </a:extLst>
          </p:cNvPr>
          <p:cNvSpPr>
            <a:spLocks noGrp="1"/>
          </p:cNvSpPr>
          <p:nvPr/>
        </p:nvSpPr>
        <p:spPr>
          <a:xfrm>
            <a:off x="3257550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7" name="text-G">
            <a:extLst>
              <a:ext uri="{FF2B5EF4-FFF2-40B4-BE49-F238E27FC236}">
                <a16:creationId xmlns:a16="http://schemas.microsoft.com/office/drawing/2014/main" id="{0CF0D11F-9162-471F-8A02-FAD8910E19FF}"/>
              </a:ext>
            </a:extLst>
          </p:cNvPr>
          <p:cNvSpPr>
            <a:spLocks noGrp="1"/>
          </p:cNvSpPr>
          <p:nvPr/>
        </p:nvSpPr>
        <p:spPr>
          <a:xfrm>
            <a:off x="3686175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8" name="text-A">
            <a:extLst>
              <a:ext uri="{FF2B5EF4-FFF2-40B4-BE49-F238E27FC236}">
                <a16:creationId xmlns:a16="http://schemas.microsoft.com/office/drawing/2014/main" id="{6EEE0EF4-8461-4C7D-A0EF-12DCA9EA21EA}"/>
              </a:ext>
            </a:extLst>
          </p:cNvPr>
          <p:cNvSpPr>
            <a:spLocks noGrp="1"/>
          </p:cNvSpPr>
          <p:nvPr/>
        </p:nvSpPr>
        <p:spPr>
          <a:xfrm>
            <a:off x="4114800" y="2705100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9" name="text-D">
            <a:extLst>
              <a:ext uri="{FF2B5EF4-FFF2-40B4-BE49-F238E27FC236}">
                <a16:creationId xmlns:a16="http://schemas.microsoft.com/office/drawing/2014/main" id="{1A668D6D-3309-4E43-96CE-24744EB66C55}"/>
              </a:ext>
            </a:extLst>
          </p:cNvPr>
          <p:cNvSpPr>
            <a:spLocks noGrp="1"/>
          </p:cNvSpPr>
          <p:nvPr/>
        </p:nvSpPr>
        <p:spPr>
          <a:xfrm>
            <a:off x="714375" y="3171825"/>
            <a:ext cx="2667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0" name="text-A">
            <a:extLst>
              <a:ext uri="{FF2B5EF4-FFF2-40B4-BE49-F238E27FC236}">
                <a16:creationId xmlns:a16="http://schemas.microsoft.com/office/drawing/2014/main" id="{74994BFE-21D8-439B-BB6B-89A32EC496C7}"/>
              </a:ext>
            </a:extLst>
          </p:cNvPr>
          <p:cNvSpPr>
            <a:spLocks noGrp="1"/>
          </p:cNvSpPr>
          <p:nvPr/>
        </p:nvSpPr>
        <p:spPr>
          <a:xfrm>
            <a:off x="1114425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1" name="rect-40">
            <a:extLst>
              <a:ext uri="{FF2B5EF4-FFF2-40B4-BE49-F238E27FC236}">
                <a16:creationId xmlns:a16="http://schemas.microsoft.com/office/drawing/2014/main" id="{E5C4455E-0D9F-4683-A7E4-65DCBE201908}"/>
              </a:ext>
            </a:extLst>
          </p:cNvPr>
          <p:cNvSpPr>
            <a:spLocks noGrp="1"/>
          </p:cNvSpPr>
          <p:nvPr/>
        </p:nvSpPr>
        <p:spPr>
          <a:xfrm>
            <a:off x="1514475" y="3152775"/>
            <a:ext cx="400050" cy="4191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-T">
            <a:extLst>
              <a:ext uri="{FF2B5EF4-FFF2-40B4-BE49-F238E27FC236}">
                <a16:creationId xmlns:a16="http://schemas.microsoft.com/office/drawing/2014/main" id="{5BC1F4A3-41C7-4C3D-88DE-F183B8D58E85}"/>
              </a:ext>
            </a:extLst>
          </p:cNvPr>
          <p:cNvSpPr>
            <a:spLocks noGrp="1"/>
          </p:cNvSpPr>
          <p:nvPr/>
        </p:nvSpPr>
        <p:spPr>
          <a:xfrm>
            <a:off x="1543050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43" name="text-G">
            <a:extLst>
              <a:ext uri="{FF2B5EF4-FFF2-40B4-BE49-F238E27FC236}">
                <a16:creationId xmlns:a16="http://schemas.microsoft.com/office/drawing/2014/main" id="{FF4B21E0-314C-4C1F-972C-D603A39B3727}"/>
              </a:ext>
            </a:extLst>
          </p:cNvPr>
          <p:cNvSpPr>
            <a:spLocks noGrp="1"/>
          </p:cNvSpPr>
          <p:nvPr/>
        </p:nvSpPr>
        <p:spPr>
          <a:xfrm>
            <a:off x="1971675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4" name="text-T">
            <a:extLst>
              <a:ext uri="{FF2B5EF4-FFF2-40B4-BE49-F238E27FC236}">
                <a16:creationId xmlns:a16="http://schemas.microsoft.com/office/drawing/2014/main" id="{90A2EB1B-B907-4837-85C4-3A2DFC970390}"/>
              </a:ext>
            </a:extLst>
          </p:cNvPr>
          <p:cNvSpPr>
            <a:spLocks noGrp="1"/>
          </p:cNvSpPr>
          <p:nvPr/>
        </p:nvSpPr>
        <p:spPr>
          <a:xfrm>
            <a:off x="2400300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45" name="rect-44">
            <a:extLst>
              <a:ext uri="{FF2B5EF4-FFF2-40B4-BE49-F238E27FC236}">
                <a16:creationId xmlns:a16="http://schemas.microsoft.com/office/drawing/2014/main" id="{BD99E998-DCB4-4004-80BE-CF1AC612FCA1}"/>
              </a:ext>
            </a:extLst>
          </p:cNvPr>
          <p:cNvSpPr>
            <a:spLocks noGrp="1"/>
          </p:cNvSpPr>
          <p:nvPr/>
        </p:nvSpPr>
        <p:spPr>
          <a:xfrm>
            <a:off x="2800350" y="3152775"/>
            <a:ext cx="400050" cy="419100"/>
          </a:xfrm>
          <a:prstGeom prst="rect">
            <a:avLst/>
          </a:prstGeom>
          <a:solidFill>
            <a:srgbClr val="F6F0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-T">
            <a:extLst>
              <a:ext uri="{FF2B5EF4-FFF2-40B4-BE49-F238E27FC236}">
                <a16:creationId xmlns:a16="http://schemas.microsoft.com/office/drawing/2014/main" id="{B711D919-0482-4BBB-A3F9-172E012B179A}"/>
              </a:ext>
            </a:extLst>
          </p:cNvPr>
          <p:cNvSpPr>
            <a:spLocks noGrp="1"/>
          </p:cNvSpPr>
          <p:nvPr/>
        </p:nvSpPr>
        <p:spPr>
          <a:xfrm>
            <a:off x="2828925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47" name="text-C">
            <a:extLst>
              <a:ext uri="{FF2B5EF4-FFF2-40B4-BE49-F238E27FC236}">
                <a16:creationId xmlns:a16="http://schemas.microsoft.com/office/drawing/2014/main" id="{B39ACF8A-39B1-43CE-BCE8-82C8C6D53E29}"/>
              </a:ext>
            </a:extLst>
          </p:cNvPr>
          <p:cNvSpPr>
            <a:spLocks noGrp="1"/>
          </p:cNvSpPr>
          <p:nvPr/>
        </p:nvSpPr>
        <p:spPr>
          <a:xfrm>
            <a:off x="3257550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8" name="text-G">
            <a:extLst>
              <a:ext uri="{FF2B5EF4-FFF2-40B4-BE49-F238E27FC236}">
                <a16:creationId xmlns:a16="http://schemas.microsoft.com/office/drawing/2014/main" id="{E363711D-0D52-482D-A5D0-4413E4190BB2}"/>
              </a:ext>
            </a:extLst>
          </p:cNvPr>
          <p:cNvSpPr>
            <a:spLocks noGrp="1"/>
          </p:cNvSpPr>
          <p:nvPr/>
        </p:nvSpPr>
        <p:spPr>
          <a:xfrm>
            <a:off x="3686175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9" name="text-G">
            <a:extLst>
              <a:ext uri="{FF2B5EF4-FFF2-40B4-BE49-F238E27FC236}">
                <a16:creationId xmlns:a16="http://schemas.microsoft.com/office/drawing/2014/main" id="{179113A2-AD0B-4F29-B55D-195A67D91215}"/>
              </a:ext>
            </a:extLst>
          </p:cNvPr>
          <p:cNvSpPr>
            <a:spLocks noGrp="1"/>
          </p:cNvSpPr>
          <p:nvPr/>
        </p:nvSpPr>
        <p:spPr>
          <a:xfrm>
            <a:off x="4114800" y="3171825"/>
            <a:ext cx="428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0" name="text-2">
            <a:extLst>
              <a:ext uri="{FF2B5EF4-FFF2-40B4-BE49-F238E27FC236}">
                <a16:creationId xmlns:a16="http://schemas.microsoft.com/office/drawing/2014/main" id="{C97B4C3F-1DD6-4D32-9D37-D4417148A4DE}"/>
              </a:ext>
            </a:extLst>
          </p:cNvPr>
          <p:cNvSpPr>
            <a:spLocks noGrp="1"/>
          </p:cNvSpPr>
          <p:nvPr/>
        </p:nvSpPr>
        <p:spPr>
          <a:xfrm>
            <a:off x="1543050" y="142875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text-5">
            <a:extLst>
              <a:ext uri="{FF2B5EF4-FFF2-40B4-BE49-F238E27FC236}">
                <a16:creationId xmlns:a16="http://schemas.microsoft.com/office/drawing/2014/main" id="{B4FC7BE5-8999-4C86-8A12-E3FE6A669D4D}"/>
              </a:ext>
            </a:extLst>
          </p:cNvPr>
          <p:cNvSpPr>
            <a:spLocks noGrp="1"/>
          </p:cNvSpPr>
          <p:nvPr/>
        </p:nvSpPr>
        <p:spPr>
          <a:xfrm>
            <a:off x="2828925" y="142875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" name="text-A column is a hypothesis of homologous positions.">
            <a:extLst>
              <a:ext uri="{FF2B5EF4-FFF2-40B4-BE49-F238E27FC236}">
                <a16:creationId xmlns:a16="http://schemas.microsoft.com/office/drawing/2014/main" id="{3BC86318-CFF5-4155-A935-6435399B05B2}"/>
              </a:ext>
            </a:extLst>
          </p:cNvPr>
          <p:cNvSpPr>
            <a:spLocks noGrp="1"/>
          </p:cNvSpPr>
          <p:nvPr/>
        </p:nvSpPr>
        <p:spPr>
          <a:xfrm>
            <a:off x="5514975" y="1714500"/>
            <a:ext cx="29241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A column is a hypothesis</a:t>
            </a:r>
          </a:p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of homologous positions.</a:t>
            </a:r>
          </a:p>
        </p:txBody>
      </p:sp>
      <p:sp>
        <p:nvSpPr>
          <p:cNvPr id="53" name="text-C C T T A A T T">
            <a:extLst>
              <a:ext uri="{FF2B5EF4-FFF2-40B4-BE49-F238E27FC236}">
                <a16:creationId xmlns:a16="http://schemas.microsoft.com/office/drawing/2014/main" id="{FCA9043A-1F18-4AED-8178-F554CE56B115}"/>
              </a:ext>
            </a:extLst>
          </p:cNvPr>
          <p:cNvSpPr>
            <a:spLocks noGrp="1"/>
          </p:cNvSpPr>
          <p:nvPr/>
        </p:nvSpPr>
        <p:spPr>
          <a:xfrm>
            <a:off x="5534025" y="2838450"/>
            <a:ext cx="2857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 C T T</a:t>
            </a:r>
          </a:p>
          <a:p>
            <a: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 A T T</a:t>
            </a:r>
          </a:p>
        </p:txBody>
      </p:sp>
      <p:sp>
        <p:nvSpPr>
          <p:cNvPr id="54" name="rect-53">
            <a:extLst>
              <a:ext uri="{FF2B5EF4-FFF2-40B4-BE49-F238E27FC236}">
                <a16:creationId xmlns:a16="http://schemas.microsoft.com/office/drawing/2014/main" id="{2894A5D2-D4D8-466B-8AF4-65CFDF2E044D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-Two separate columns support the same grouping.">
            <a:extLst>
              <a:ext uri="{FF2B5EF4-FFF2-40B4-BE49-F238E27FC236}">
                <a16:creationId xmlns:a16="http://schemas.microsoft.com/office/drawing/2014/main" id="{1C772DC1-1324-409B-BF2E-48CE4179B9C4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Two separate columns support the same grouping.</a:t>
            </a:r>
          </a:p>
        </p:txBody>
      </p:sp>
    </p:spTree>
    <p:extLst>
      <p:ext uri="{BB962C8B-B14F-4D97-AF65-F5344CB8AC3E}">
        <p14:creationId xmlns:p14="http://schemas.microsoft.com/office/powerpoint/2010/main" val="157559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52B9D7F-F94C-4AA4-9D5A-704A076CE189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8B478A-98BC-4282-A7AB-AE8777C6CC46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5C917C7A-FF50-4CE5-9BF9-4C4E5005F56A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Shared changes and homoplasy">
            <a:extLst>
              <a:ext uri="{FF2B5EF4-FFF2-40B4-BE49-F238E27FC236}">
                <a16:creationId xmlns:a16="http://schemas.microsoft.com/office/drawing/2014/main" id="{47CB34E0-2F49-43B7-B03E-B8698F5A97B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Shared changes and homoplasy</a:t>
            </a:r>
          </a:p>
        </p:txBody>
      </p:sp>
      <p:sp>
        <p:nvSpPr>
          <p:cNvPr id="5" name="text-09">
            <a:extLst>
              <a:ext uri="{FF2B5EF4-FFF2-40B4-BE49-F238E27FC236}">
                <a16:creationId xmlns:a16="http://schemas.microsoft.com/office/drawing/2014/main" id="{F1856DD4-B6F0-4077-B402-91E52045539D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xt-One inherited change">
            <a:extLst>
              <a:ext uri="{FF2B5EF4-FFF2-40B4-BE49-F238E27FC236}">
                <a16:creationId xmlns:a16="http://schemas.microsoft.com/office/drawing/2014/main" id="{01EDA2A5-D846-4EA8-ACA0-8C4E9C0AEB4D}"/>
              </a:ext>
            </a:extLst>
          </p:cNvPr>
          <p:cNvSpPr>
            <a:spLocks noGrp="1"/>
          </p:cNvSpPr>
          <p:nvPr/>
        </p:nvSpPr>
        <p:spPr>
          <a:xfrm>
            <a:off x="628650" y="13430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One inherited change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874780E7-A616-498C-9599-4671AB4FCA04}"/>
              </a:ext>
            </a:extLst>
          </p:cNvPr>
          <p:cNvSpPr>
            <a:spLocks noGrp="1"/>
          </p:cNvSpPr>
          <p:nvPr/>
        </p:nvSpPr>
        <p:spPr>
          <a:xfrm>
            <a:off x="892969" y="268605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263CB001-89DD-4AD8-B68E-E9D0604FF6B7}"/>
              </a:ext>
            </a:extLst>
          </p:cNvPr>
          <p:cNvSpPr>
            <a:spLocks noGrp="1"/>
          </p:cNvSpPr>
          <p:nvPr/>
        </p:nvSpPr>
        <p:spPr>
          <a:xfrm>
            <a:off x="890588" y="2209800"/>
            <a:ext cx="28575" cy="9525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EAA30539-CAA3-4338-A3E5-A38483A8B771}"/>
              </a:ext>
            </a:extLst>
          </p:cNvPr>
          <p:cNvSpPr>
            <a:spLocks noGrp="1"/>
          </p:cNvSpPr>
          <p:nvPr/>
        </p:nvSpPr>
        <p:spPr>
          <a:xfrm>
            <a:off x="733425" y="267176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2287AC73-BA54-4AA3-BF58-18EA0E9CD16A}"/>
              </a:ext>
            </a:extLst>
          </p:cNvPr>
          <p:cNvSpPr>
            <a:spLocks noGrp="1"/>
          </p:cNvSpPr>
          <p:nvPr/>
        </p:nvSpPr>
        <p:spPr>
          <a:xfrm>
            <a:off x="904875" y="2195513"/>
            <a:ext cx="1073658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245D5360-989B-49F6-BB56-A5D31E670783}"/>
              </a:ext>
            </a:extLst>
          </p:cNvPr>
          <p:cNvSpPr>
            <a:spLocks noGrp="1"/>
          </p:cNvSpPr>
          <p:nvPr/>
        </p:nvSpPr>
        <p:spPr>
          <a:xfrm>
            <a:off x="1964246" y="1971675"/>
            <a:ext cx="28575" cy="47625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88DE61-89AC-4F9C-B43C-55EAFF912CAE}"/>
              </a:ext>
            </a:extLst>
          </p:cNvPr>
          <p:cNvSpPr>
            <a:spLocks noGrp="1"/>
          </p:cNvSpPr>
          <p:nvPr/>
        </p:nvSpPr>
        <p:spPr>
          <a:xfrm>
            <a:off x="1940433" y="21717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89525C17-5FD5-4E16-BB8B-BB87EF7D6180}"/>
              </a:ext>
            </a:extLst>
          </p:cNvPr>
          <p:cNvSpPr>
            <a:spLocks noGrp="1"/>
          </p:cNvSpPr>
          <p:nvPr/>
        </p:nvSpPr>
        <p:spPr>
          <a:xfrm>
            <a:off x="1978533" y="1957388"/>
            <a:ext cx="107137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94D818-FD31-4020-92EA-4C7F9511C65B}"/>
              </a:ext>
            </a:extLst>
          </p:cNvPr>
          <p:cNvSpPr>
            <a:spLocks noGrp="1"/>
          </p:cNvSpPr>
          <p:nvPr/>
        </p:nvSpPr>
        <p:spPr>
          <a:xfrm>
            <a:off x="3011805" y="19335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A · C">
            <a:extLst>
              <a:ext uri="{FF2B5EF4-FFF2-40B4-BE49-F238E27FC236}">
                <a16:creationId xmlns:a16="http://schemas.microsoft.com/office/drawing/2014/main" id="{B819D5C0-002A-4FC3-B949-BD9569C2A6C6}"/>
              </a:ext>
            </a:extLst>
          </p:cNvPr>
          <p:cNvSpPr>
            <a:spLocks noGrp="1"/>
          </p:cNvSpPr>
          <p:nvPr/>
        </p:nvSpPr>
        <p:spPr>
          <a:xfrm>
            <a:off x="3173730" y="184785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 · C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CCB015B2-88F9-437A-A872-FC135AAAD17F}"/>
              </a:ext>
            </a:extLst>
          </p:cNvPr>
          <p:cNvSpPr>
            <a:spLocks noGrp="1"/>
          </p:cNvSpPr>
          <p:nvPr/>
        </p:nvSpPr>
        <p:spPr>
          <a:xfrm>
            <a:off x="1978533" y="2433638"/>
            <a:ext cx="1071372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506CC7-5810-4FAB-AF88-4CA37865F5B6}"/>
              </a:ext>
            </a:extLst>
          </p:cNvPr>
          <p:cNvSpPr>
            <a:spLocks noGrp="1"/>
          </p:cNvSpPr>
          <p:nvPr/>
        </p:nvSpPr>
        <p:spPr>
          <a:xfrm>
            <a:off x="3011805" y="24098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B · C">
            <a:extLst>
              <a:ext uri="{FF2B5EF4-FFF2-40B4-BE49-F238E27FC236}">
                <a16:creationId xmlns:a16="http://schemas.microsoft.com/office/drawing/2014/main" id="{9A1560C6-AE89-45CA-92C2-B5554B0AF4F3}"/>
              </a:ext>
            </a:extLst>
          </p:cNvPr>
          <p:cNvSpPr>
            <a:spLocks noGrp="1"/>
          </p:cNvSpPr>
          <p:nvPr/>
        </p:nvSpPr>
        <p:spPr>
          <a:xfrm>
            <a:off x="3173730" y="232410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 · C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B6E31B74-C409-41D3-97CD-F87EF5F7FEBF}"/>
              </a:ext>
            </a:extLst>
          </p:cNvPr>
          <p:cNvSpPr>
            <a:spLocks noGrp="1"/>
          </p:cNvSpPr>
          <p:nvPr/>
        </p:nvSpPr>
        <p:spPr>
          <a:xfrm>
            <a:off x="904875" y="3148013"/>
            <a:ext cx="1073658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ABEC3DD8-B316-4766-8892-D91142743537}"/>
              </a:ext>
            </a:extLst>
          </p:cNvPr>
          <p:cNvSpPr>
            <a:spLocks noGrp="1"/>
          </p:cNvSpPr>
          <p:nvPr/>
        </p:nvSpPr>
        <p:spPr>
          <a:xfrm>
            <a:off x="1964246" y="2924175"/>
            <a:ext cx="28575" cy="47625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055808-F1BD-48D9-8CA3-42E2E730EF65}"/>
              </a:ext>
            </a:extLst>
          </p:cNvPr>
          <p:cNvSpPr>
            <a:spLocks noGrp="1"/>
          </p:cNvSpPr>
          <p:nvPr/>
        </p:nvSpPr>
        <p:spPr>
          <a:xfrm>
            <a:off x="1940433" y="31242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F6C015A5-C77B-4F3E-B7AE-BC8BDECB295D}"/>
              </a:ext>
            </a:extLst>
          </p:cNvPr>
          <p:cNvSpPr>
            <a:spLocks noGrp="1"/>
          </p:cNvSpPr>
          <p:nvPr/>
        </p:nvSpPr>
        <p:spPr>
          <a:xfrm>
            <a:off x="1978533" y="2909888"/>
            <a:ext cx="107137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495B6C-9A7D-444A-AD9D-3114457E92D0}"/>
              </a:ext>
            </a:extLst>
          </p:cNvPr>
          <p:cNvSpPr>
            <a:spLocks noGrp="1"/>
          </p:cNvSpPr>
          <p:nvPr/>
        </p:nvSpPr>
        <p:spPr>
          <a:xfrm>
            <a:off x="3011805" y="28860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C · T">
            <a:extLst>
              <a:ext uri="{FF2B5EF4-FFF2-40B4-BE49-F238E27FC236}">
                <a16:creationId xmlns:a16="http://schemas.microsoft.com/office/drawing/2014/main" id="{89DE433F-0614-4563-BC86-FA47E42127E4}"/>
              </a:ext>
            </a:extLst>
          </p:cNvPr>
          <p:cNvSpPr>
            <a:spLocks noGrp="1"/>
          </p:cNvSpPr>
          <p:nvPr/>
        </p:nvSpPr>
        <p:spPr>
          <a:xfrm>
            <a:off x="3173730" y="280035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 · T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B357CD0E-2A72-423A-8930-52C34441C427}"/>
              </a:ext>
            </a:extLst>
          </p:cNvPr>
          <p:cNvSpPr>
            <a:spLocks noGrp="1"/>
          </p:cNvSpPr>
          <p:nvPr/>
        </p:nvSpPr>
        <p:spPr>
          <a:xfrm>
            <a:off x="1978533" y="3386138"/>
            <a:ext cx="1071372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9A0BD5-8583-4C87-8A4B-B7BD73FA3252}"/>
              </a:ext>
            </a:extLst>
          </p:cNvPr>
          <p:cNvSpPr>
            <a:spLocks noGrp="1"/>
          </p:cNvSpPr>
          <p:nvPr/>
        </p:nvSpPr>
        <p:spPr>
          <a:xfrm>
            <a:off x="3011805" y="33623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D · T">
            <a:extLst>
              <a:ext uri="{FF2B5EF4-FFF2-40B4-BE49-F238E27FC236}">
                <a16:creationId xmlns:a16="http://schemas.microsoft.com/office/drawing/2014/main" id="{804C1FF7-1D5B-4BFA-841C-FDEF8D85BD58}"/>
              </a:ext>
            </a:extLst>
          </p:cNvPr>
          <p:cNvSpPr>
            <a:spLocks noGrp="1"/>
          </p:cNvSpPr>
          <p:nvPr/>
        </p:nvSpPr>
        <p:spPr>
          <a:xfrm>
            <a:off x="3173730" y="3276600"/>
            <a:ext cx="63703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 · 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AB0742-0390-4BAF-B7FF-0E31E5217D11}"/>
              </a:ext>
            </a:extLst>
          </p:cNvPr>
          <p:cNvSpPr>
            <a:spLocks noGrp="1"/>
          </p:cNvSpPr>
          <p:nvPr/>
        </p:nvSpPr>
        <p:spPr>
          <a:xfrm>
            <a:off x="866775" y="264795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3FAE88-F890-4015-B37A-C98DBBC1179D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114300" cy="114300"/>
          </a:xfrm>
          <a:prstGeom prst="ellipse">
            <a:avLst/>
          </a:prstGeom>
          <a:solidFill>
            <a:srgbClr val="B4494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C → T">
            <a:extLst>
              <a:ext uri="{FF2B5EF4-FFF2-40B4-BE49-F238E27FC236}">
                <a16:creationId xmlns:a16="http://schemas.microsoft.com/office/drawing/2014/main" id="{EA1EF608-551F-4127-9AC9-79295188422C}"/>
              </a:ext>
            </a:extLst>
          </p:cNvPr>
          <p:cNvSpPr>
            <a:spLocks noGrp="1"/>
          </p:cNvSpPr>
          <p:nvPr/>
        </p:nvSpPr>
        <p:spPr>
          <a:xfrm>
            <a:off x="1171575" y="3371850"/>
            <a:ext cx="1285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C → T</a:t>
            </a:r>
          </a:p>
        </p:txBody>
      </p:sp>
      <p:sp>
        <p:nvSpPr>
          <p:cNvPr id="31" name="text-Separate changes can mimic similarity">
            <a:extLst>
              <a:ext uri="{FF2B5EF4-FFF2-40B4-BE49-F238E27FC236}">
                <a16:creationId xmlns:a16="http://schemas.microsoft.com/office/drawing/2014/main" id="{266E048A-A639-4F9F-89AA-BE98DA2855A2}"/>
              </a:ext>
            </a:extLst>
          </p:cNvPr>
          <p:cNvSpPr>
            <a:spLocks noGrp="1"/>
          </p:cNvSpPr>
          <p:nvPr/>
        </p:nvSpPr>
        <p:spPr>
          <a:xfrm>
            <a:off x="4791075" y="1343025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Separate changes can mimic similarity</a:t>
            </a:r>
          </a:p>
        </p:txBody>
      </p:sp>
      <p:sp>
        <p:nvSpPr>
          <p:cNvPr id="32" name="rect-31">
            <a:extLst>
              <a:ext uri="{FF2B5EF4-FFF2-40B4-BE49-F238E27FC236}">
                <a16:creationId xmlns:a16="http://schemas.microsoft.com/office/drawing/2014/main" id="{D408DAB3-C9B1-44F2-9C1D-8B7872AD10F1}"/>
              </a:ext>
            </a:extLst>
          </p:cNvPr>
          <p:cNvSpPr>
            <a:spLocks noGrp="1"/>
          </p:cNvSpPr>
          <p:nvPr/>
        </p:nvSpPr>
        <p:spPr>
          <a:xfrm>
            <a:off x="5169694" y="268605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-32">
            <a:extLst>
              <a:ext uri="{FF2B5EF4-FFF2-40B4-BE49-F238E27FC236}">
                <a16:creationId xmlns:a16="http://schemas.microsoft.com/office/drawing/2014/main" id="{C0950EFA-26B2-4C9F-ABB9-C79A207778D1}"/>
              </a:ext>
            </a:extLst>
          </p:cNvPr>
          <p:cNvSpPr>
            <a:spLocks noGrp="1"/>
          </p:cNvSpPr>
          <p:nvPr/>
        </p:nvSpPr>
        <p:spPr>
          <a:xfrm>
            <a:off x="5167313" y="2209800"/>
            <a:ext cx="28575" cy="9525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-33">
            <a:extLst>
              <a:ext uri="{FF2B5EF4-FFF2-40B4-BE49-F238E27FC236}">
                <a16:creationId xmlns:a16="http://schemas.microsoft.com/office/drawing/2014/main" id="{E3508DEB-469F-4675-9EB8-20E1B16AF075}"/>
              </a:ext>
            </a:extLst>
          </p:cNvPr>
          <p:cNvSpPr>
            <a:spLocks noGrp="1"/>
          </p:cNvSpPr>
          <p:nvPr/>
        </p:nvSpPr>
        <p:spPr>
          <a:xfrm>
            <a:off x="5010150" y="267176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-34">
            <a:extLst>
              <a:ext uri="{FF2B5EF4-FFF2-40B4-BE49-F238E27FC236}">
                <a16:creationId xmlns:a16="http://schemas.microsoft.com/office/drawing/2014/main" id="{BF7FB78F-FDCF-485F-BE64-397541651CBF}"/>
              </a:ext>
            </a:extLst>
          </p:cNvPr>
          <p:cNvSpPr>
            <a:spLocks noGrp="1"/>
          </p:cNvSpPr>
          <p:nvPr/>
        </p:nvSpPr>
        <p:spPr>
          <a:xfrm>
            <a:off x="5181600" y="2195513"/>
            <a:ext cx="1077754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-35">
            <a:extLst>
              <a:ext uri="{FF2B5EF4-FFF2-40B4-BE49-F238E27FC236}">
                <a16:creationId xmlns:a16="http://schemas.microsoft.com/office/drawing/2014/main" id="{A116923F-A48F-4946-BE87-ECC57BB4F93B}"/>
              </a:ext>
            </a:extLst>
          </p:cNvPr>
          <p:cNvSpPr>
            <a:spLocks noGrp="1"/>
          </p:cNvSpPr>
          <p:nvPr/>
        </p:nvSpPr>
        <p:spPr>
          <a:xfrm>
            <a:off x="6245066" y="1971675"/>
            <a:ext cx="28575" cy="47625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B3B4ABE-5CD8-4E73-8CFF-9A99E7AAB200}"/>
              </a:ext>
            </a:extLst>
          </p:cNvPr>
          <p:cNvSpPr>
            <a:spLocks noGrp="1"/>
          </p:cNvSpPr>
          <p:nvPr/>
        </p:nvSpPr>
        <p:spPr>
          <a:xfrm>
            <a:off x="6221254" y="21717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-37">
            <a:extLst>
              <a:ext uri="{FF2B5EF4-FFF2-40B4-BE49-F238E27FC236}">
                <a16:creationId xmlns:a16="http://schemas.microsoft.com/office/drawing/2014/main" id="{64E04D58-36DD-4389-AA5F-A5ED83F7D47F}"/>
              </a:ext>
            </a:extLst>
          </p:cNvPr>
          <p:cNvSpPr>
            <a:spLocks noGrp="1"/>
          </p:cNvSpPr>
          <p:nvPr/>
        </p:nvSpPr>
        <p:spPr>
          <a:xfrm>
            <a:off x="6259354" y="1957388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43F98E0-75D8-4D7D-9182-1133F36AD138}"/>
              </a:ext>
            </a:extLst>
          </p:cNvPr>
          <p:cNvSpPr>
            <a:spLocks noGrp="1"/>
          </p:cNvSpPr>
          <p:nvPr/>
        </p:nvSpPr>
        <p:spPr>
          <a:xfrm>
            <a:off x="7296150" y="19335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A · C">
            <a:extLst>
              <a:ext uri="{FF2B5EF4-FFF2-40B4-BE49-F238E27FC236}">
                <a16:creationId xmlns:a16="http://schemas.microsoft.com/office/drawing/2014/main" id="{72B550EA-0DB1-4A85-A794-EBB39CF8F658}"/>
              </a:ext>
            </a:extLst>
          </p:cNvPr>
          <p:cNvSpPr>
            <a:spLocks noGrp="1"/>
          </p:cNvSpPr>
          <p:nvPr/>
        </p:nvSpPr>
        <p:spPr>
          <a:xfrm>
            <a:off x="7458075" y="184785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 · C</a:t>
            </a:r>
          </a:p>
        </p:txBody>
      </p:sp>
      <p:sp>
        <p:nvSpPr>
          <p:cNvPr id="41" name="rect-40">
            <a:extLst>
              <a:ext uri="{FF2B5EF4-FFF2-40B4-BE49-F238E27FC236}">
                <a16:creationId xmlns:a16="http://schemas.microsoft.com/office/drawing/2014/main" id="{A9EE2107-FCB8-450F-80B7-AE452A6F7FB0}"/>
              </a:ext>
            </a:extLst>
          </p:cNvPr>
          <p:cNvSpPr>
            <a:spLocks noGrp="1"/>
          </p:cNvSpPr>
          <p:nvPr/>
        </p:nvSpPr>
        <p:spPr>
          <a:xfrm>
            <a:off x="6259354" y="2433638"/>
            <a:ext cx="1074896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B08A1E7-12B4-4570-A874-B2587AA4BDCE}"/>
              </a:ext>
            </a:extLst>
          </p:cNvPr>
          <p:cNvSpPr>
            <a:spLocks noGrp="1"/>
          </p:cNvSpPr>
          <p:nvPr/>
        </p:nvSpPr>
        <p:spPr>
          <a:xfrm>
            <a:off x="7296150" y="24098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-C · T">
            <a:extLst>
              <a:ext uri="{FF2B5EF4-FFF2-40B4-BE49-F238E27FC236}">
                <a16:creationId xmlns:a16="http://schemas.microsoft.com/office/drawing/2014/main" id="{B7894A3A-5AEA-49B1-8AF1-F2A64D319FC3}"/>
              </a:ext>
            </a:extLst>
          </p:cNvPr>
          <p:cNvSpPr>
            <a:spLocks noGrp="1"/>
          </p:cNvSpPr>
          <p:nvPr/>
        </p:nvSpPr>
        <p:spPr>
          <a:xfrm>
            <a:off x="7458075" y="232410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 · T</a:t>
            </a:r>
          </a:p>
        </p:txBody>
      </p:sp>
      <p:sp>
        <p:nvSpPr>
          <p:cNvPr id="44" name="rect-43">
            <a:extLst>
              <a:ext uri="{FF2B5EF4-FFF2-40B4-BE49-F238E27FC236}">
                <a16:creationId xmlns:a16="http://schemas.microsoft.com/office/drawing/2014/main" id="{A04509EB-34C4-48F4-AC02-3D11C35C3719}"/>
              </a:ext>
            </a:extLst>
          </p:cNvPr>
          <p:cNvSpPr>
            <a:spLocks noGrp="1"/>
          </p:cNvSpPr>
          <p:nvPr/>
        </p:nvSpPr>
        <p:spPr>
          <a:xfrm>
            <a:off x="5181600" y="3148013"/>
            <a:ext cx="1077754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-44">
            <a:extLst>
              <a:ext uri="{FF2B5EF4-FFF2-40B4-BE49-F238E27FC236}">
                <a16:creationId xmlns:a16="http://schemas.microsoft.com/office/drawing/2014/main" id="{F686898A-5A2D-4426-9065-A230F051DAA3}"/>
              </a:ext>
            </a:extLst>
          </p:cNvPr>
          <p:cNvSpPr>
            <a:spLocks noGrp="1"/>
          </p:cNvSpPr>
          <p:nvPr/>
        </p:nvSpPr>
        <p:spPr>
          <a:xfrm>
            <a:off x="6245066" y="2924175"/>
            <a:ext cx="28575" cy="47625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43BF721-1EBB-4532-8A0D-1B1439CF0EA1}"/>
              </a:ext>
            </a:extLst>
          </p:cNvPr>
          <p:cNvSpPr>
            <a:spLocks noGrp="1"/>
          </p:cNvSpPr>
          <p:nvPr/>
        </p:nvSpPr>
        <p:spPr>
          <a:xfrm>
            <a:off x="6221254" y="31242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-46">
            <a:extLst>
              <a:ext uri="{FF2B5EF4-FFF2-40B4-BE49-F238E27FC236}">
                <a16:creationId xmlns:a16="http://schemas.microsoft.com/office/drawing/2014/main" id="{19F29356-0113-41B9-BED6-7D0BF7816F8E}"/>
              </a:ext>
            </a:extLst>
          </p:cNvPr>
          <p:cNvSpPr>
            <a:spLocks noGrp="1"/>
          </p:cNvSpPr>
          <p:nvPr/>
        </p:nvSpPr>
        <p:spPr>
          <a:xfrm>
            <a:off x="6259354" y="2909888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E09B888-369E-46E2-9578-980C2BAEAA67}"/>
              </a:ext>
            </a:extLst>
          </p:cNvPr>
          <p:cNvSpPr>
            <a:spLocks noGrp="1"/>
          </p:cNvSpPr>
          <p:nvPr/>
        </p:nvSpPr>
        <p:spPr>
          <a:xfrm>
            <a:off x="7296150" y="28860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-B · C">
            <a:extLst>
              <a:ext uri="{FF2B5EF4-FFF2-40B4-BE49-F238E27FC236}">
                <a16:creationId xmlns:a16="http://schemas.microsoft.com/office/drawing/2014/main" id="{A2D48C96-8592-420E-87A0-39E74145DE1E}"/>
              </a:ext>
            </a:extLst>
          </p:cNvPr>
          <p:cNvSpPr>
            <a:spLocks noGrp="1"/>
          </p:cNvSpPr>
          <p:nvPr/>
        </p:nvSpPr>
        <p:spPr>
          <a:xfrm>
            <a:off x="7458075" y="280035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B · C</a:t>
            </a:r>
          </a:p>
        </p:txBody>
      </p:sp>
      <p:sp>
        <p:nvSpPr>
          <p:cNvPr id="50" name="rect-49">
            <a:extLst>
              <a:ext uri="{FF2B5EF4-FFF2-40B4-BE49-F238E27FC236}">
                <a16:creationId xmlns:a16="http://schemas.microsoft.com/office/drawing/2014/main" id="{33D65BCA-B691-45BB-9687-DA4487286855}"/>
              </a:ext>
            </a:extLst>
          </p:cNvPr>
          <p:cNvSpPr>
            <a:spLocks noGrp="1"/>
          </p:cNvSpPr>
          <p:nvPr/>
        </p:nvSpPr>
        <p:spPr>
          <a:xfrm>
            <a:off x="6259354" y="3386138"/>
            <a:ext cx="1074896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8C985D1-C26F-4521-B9E8-BA81CE0F881C}"/>
              </a:ext>
            </a:extLst>
          </p:cNvPr>
          <p:cNvSpPr>
            <a:spLocks noGrp="1"/>
          </p:cNvSpPr>
          <p:nvPr/>
        </p:nvSpPr>
        <p:spPr>
          <a:xfrm>
            <a:off x="7296150" y="336232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-D · T">
            <a:extLst>
              <a:ext uri="{FF2B5EF4-FFF2-40B4-BE49-F238E27FC236}">
                <a16:creationId xmlns:a16="http://schemas.microsoft.com/office/drawing/2014/main" id="{F2A2C253-4F08-4F03-A9FD-041DDE13CAC4}"/>
              </a:ext>
            </a:extLst>
          </p:cNvPr>
          <p:cNvSpPr>
            <a:spLocks noGrp="1"/>
          </p:cNvSpPr>
          <p:nvPr/>
        </p:nvSpPr>
        <p:spPr>
          <a:xfrm>
            <a:off x="7458075" y="3276600"/>
            <a:ext cx="639128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 · 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E59514-3C2E-4261-A11C-ADE4EAD8DED6}"/>
              </a:ext>
            </a:extLst>
          </p:cNvPr>
          <p:cNvSpPr>
            <a:spLocks noGrp="1"/>
          </p:cNvSpPr>
          <p:nvPr/>
        </p:nvSpPr>
        <p:spPr>
          <a:xfrm>
            <a:off x="5143500" y="264795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B8D86BC-824A-4E09-9016-E689B4ABDD80}"/>
              </a:ext>
            </a:extLst>
          </p:cNvPr>
          <p:cNvSpPr>
            <a:spLocks noGrp="1"/>
          </p:cNvSpPr>
          <p:nvPr/>
        </p:nvSpPr>
        <p:spPr>
          <a:xfrm>
            <a:off x="6953250" y="2400300"/>
            <a:ext cx="95250" cy="95250"/>
          </a:xfrm>
          <a:prstGeom prst="ellipse">
            <a:avLst/>
          </a:prstGeom>
          <a:solidFill>
            <a:srgbClr val="B4494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9584D03-A9ED-48E5-8714-10125C72A176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95250" cy="95250"/>
          </a:xfrm>
          <a:prstGeom prst="ellipse">
            <a:avLst/>
          </a:prstGeom>
          <a:solidFill>
            <a:srgbClr val="B4494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-55">
            <a:extLst>
              <a:ext uri="{FF2B5EF4-FFF2-40B4-BE49-F238E27FC236}">
                <a16:creationId xmlns:a16="http://schemas.microsoft.com/office/drawing/2014/main" id="{D874362B-A396-4BBD-A515-7FEC4CB6481B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-Homoplasy: the same observed state arises through separate c">
            <a:extLst>
              <a:ext uri="{FF2B5EF4-FFF2-40B4-BE49-F238E27FC236}">
                <a16:creationId xmlns:a16="http://schemas.microsoft.com/office/drawing/2014/main" id="{3DFB749F-B266-446E-8702-B1F5DE32708E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Homoplasy: the same observed state arises through separate changes.</a:t>
            </a:r>
          </a:p>
        </p:txBody>
      </p:sp>
    </p:spTree>
    <p:extLst>
      <p:ext uri="{BB962C8B-B14F-4D97-AF65-F5344CB8AC3E}">
        <p14:creationId xmlns:p14="http://schemas.microsoft.com/office/powerpoint/2010/main" val="104213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FFE164E-BE30-4BB2-B82B-6D6FFAC1DFCC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DD3985B-ABE2-424F-8819-8B88F58F191A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EB36D4E0-9456-4F02-8CA6-0B65F8D0EEC1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Distance methods: the practical route">
            <a:extLst>
              <a:ext uri="{FF2B5EF4-FFF2-40B4-BE49-F238E27FC236}">
                <a16:creationId xmlns:a16="http://schemas.microsoft.com/office/drawing/2014/main" id="{4213DAC1-3522-46A3-9E88-3853E4C5228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Distance methods: the practical route</a:t>
            </a:r>
          </a:p>
        </p:txBody>
      </p:sp>
      <p:sp>
        <p:nvSpPr>
          <p:cNvPr id="5" name="text-10">
            <a:extLst>
              <a:ext uri="{FF2B5EF4-FFF2-40B4-BE49-F238E27FC236}">
                <a16:creationId xmlns:a16="http://schemas.microsoft.com/office/drawing/2014/main" id="{2985FE3A-93D9-4950-94F2-303BBC9BF0A0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xt-Aligned sequences">
            <a:extLst>
              <a:ext uri="{FF2B5EF4-FFF2-40B4-BE49-F238E27FC236}">
                <a16:creationId xmlns:a16="http://schemas.microsoft.com/office/drawing/2014/main" id="{22E755DD-80D2-4523-93AF-A6F8102A7C2E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Aligned sequences</a:t>
            </a:r>
          </a:p>
        </p:txBody>
      </p:sp>
      <p:sp>
        <p:nvSpPr>
          <p:cNvPr id="7" name="text-A ACGTACGT B ACGTACGA">
            <a:extLst>
              <a:ext uri="{FF2B5EF4-FFF2-40B4-BE49-F238E27FC236}">
                <a16:creationId xmlns:a16="http://schemas.microsoft.com/office/drawing/2014/main" id="{BB4F1295-6AED-4CCD-BCCD-2A08FA440687}"/>
              </a:ext>
            </a:extLst>
          </p:cNvPr>
          <p:cNvSpPr>
            <a:spLocks noGrp="1"/>
          </p:cNvSpPr>
          <p:nvPr/>
        </p:nvSpPr>
        <p:spPr>
          <a:xfrm>
            <a:off x="638175" y="2009775"/>
            <a:ext cx="3143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A   ACGTACGT</a:t>
            </a:r>
          </a:p>
          <a:p>
            <a: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B   ACGTACGA</a:t>
            </a:r>
          </a:p>
        </p:txBody>
      </p:sp>
      <p:sp>
        <p:nvSpPr>
          <p:cNvPr id="8" name="text-1 difference / 8 sites = 0.125">
            <a:extLst>
              <a:ext uri="{FF2B5EF4-FFF2-40B4-BE49-F238E27FC236}">
                <a16:creationId xmlns:a16="http://schemas.microsoft.com/office/drawing/2014/main" id="{655115B5-9387-437C-89EA-8FA8BB4A277D}"/>
              </a:ext>
            </a:extLst>
          </p:cNvPr>
          <p:cNvSpPr>
            <a:spLocks noGrp="1"/>
          </p:cNvSpPr>
          <p:nvPr/>
        </p:nvSpPr>
        <p:spPr>
          <a:xfrm>
            <a:off x="628650" y="2962275"/>
            <a:ext cx="395287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1 difference / 8 sites = 0.125</a:t>
            </a:r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6ED20055-DC77-4B83-A1F6-9E0FE7C23F85}"/>
              </a:ext>
            </a:extLst>
          </p:cNvPr>
          <p:cNvSpPr>
            <a:spLocks noGrp="1"/>
          </p:cNvSpPr>
          <p:nvPr/>
        </p:nvSpPr>
        <p:spPr>
          <a:xfrm>
            <a:off x="4133850" y="2493645"/>
            <a:ext cx="647700" cy="2286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30958D-B932-458F-9011-0E69C7B02B17}"/>
              </a:ext>
            </a:extLst>
          </p:cNvPr>
          <p:cNvSpPr>
            <a:spLocks noGrp="1"/>
          </p:cNvSpPr>
          <p:nvPr/>
        </p:nvSpPr>
        <p:spPr>
          <a:xfrm>
            <a:off x="4714678" y="2468543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90917813-EAF9-4AD3-A942-81528402AF7E}"/>
              </a:ext>
            </a:extLst>
          </p:cNvPr>
          <p:cNvSpPr>
            <a:spLocks noGrp="1"/>
          </p:cNvSpPr>
          <p:nvPr/>
        </p:nvSpPr>
        <p:spPr>
          <a:xfrm>
            <a:off x="6311741" y="2657475"/>
            <a:ext cx="682943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58B059A-A47C-4051-8110-9E2B076B921E}"/>
              </a:ext>
            </a:extLst>
          </p:cNvPr>
          <p:cNvSpPr>
            <a:spLocks noGrp="1"/>
          </p:cNvSpPr>
          <p:nvPr/>
        </p:nvSpPr>
        <p:spPr>
          <a:xfrm>
            <a:off x="5514975" y="2085975"/>
            <a:ext cx="796766" cy="585788"/>
          </a:xfrm>
          <a:custGeom>
            <a:avLst/>
            <a:gdLst/>
            <a:ahLst/>
            <a:cxnLst/>
            <a:rect l="0" t="0" r="0" b="0"/>
            <a:pathLst>
              <a:path w="796766" h="585788">
                <a:moveTo>
                  <a:pt x="796766" y="58578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98EC0-8D13-43FA-A90F-FDE027A019CD}"/>
              </a:ext>
            </a:extLst>
          </p:cNvPr>
          <p:cNvSpPr>
            <a:spLocks noGrp="1"/>
          </p:cNvSpPr>
          <p:nvPr/>
        </p:nvSpPr>
        <p:spPr>
          <a:xfrm>
            <a:off x="5476875" y="20478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A">
            <a:extLst>
              <a:ext uri="{FF2B5EF4-FFF2-40B4-BE49-F238E27FC236}">
                <a16:creationId xmlns:a16="http://schemas.microsoft.com/office/drawing/2014/main" id="{49E14707-FFC2-446C-B3B6-6EEF67C0E743}"/>
              </a:ext>
            </a:extLst>
          </p:cNvPr>
          <p:cNvSpPr>
            <a:spLocks noGrp="1"/>
          </p:cNvSpPr>
          <p:nvPr/>
        </p:nvSpPr>
        <p:spPr>
          <a:xfrm>
            <a:off x="5400675" y="17240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5B43B9-D30A-4F57-8D9C-363E0864717A}"/>
              </a:ext>
            </a:extLst>
          </p:cNvPr>
          <p:cNvSpPr>
            <a:spLocks noGrp="1"/>
          </p:cNvSpPr>
          <p:nvPr/>
        </p:nvSpPr>
        <p:spPr>
          <a:xfrm>
            <a:off x="5514975" y="2671763"/>
            <a:ext cx="796766" cy="585788"/>
          </a:xfrm>
          <a:custGeom>
            <a:avLst/>
            <a:gdLst/>
            <a:ahLst/>
            <a:cxnLst/>
            <a:rect l="0" t="0" r="0" b="0"/>
            <a:pathLst>
              <a:path w="796766" h="585788">
                <a:moveTo>
                  <a:pt x="796766" y="0"/>
                </a:moveTo>
                <a:lnTo>
                  <a:pt x="0" y="585788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2B416E-C742-4C6D-A2D5-B26239A96D5E}"/>
              </a:ext>
            </a:extLst>
          </p:cNvPr>
          <p:cNvSpPr>
            <a:spLocks noGrp="1"/>
          </p:cNvSpPr>
          <p:nvPr/>
        </p:nvSpPr>
        <p:spPr>
          <a:xfrm>
            <a:off x="5476875" y="32194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-B">
            <a:extLst>
              <a:ext uri="{FF2B5EF4-FFF2-40B4-BE49-F238E27FC236}">
                <a16:creationId xmlns:a16="http://schemas.microsoft.com/office/drawing/2014/main" id="{D35837D0-5D7B-4ED8-B7D9-FA5DD8368E4F}"/>
              </a:ext>
            </a:extLst>
          </p:cNvPr>
          <p:cNvSpPr>
            <a:spLocks noGrp="1"/>
          </p:cNvSpPr>
          <p:nvPr/>
        </p:nvSpPr>
        <p:spPr>
          <a:xfrm>
            <a:off x="5400675" y="33528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BB28DB-C952-479A-9C3C-D69A0AB62EC3}"/>
              </a:ext>
            </a:extLst>
          </p:cNvPr>
          <p:cNvSpPr>
            <a:spLocks noGrp="1"/>
          </p:cNvSpPr>
          <p:nvPr/>
        </p:nvSpPr>
        <p:spPr>
          <a:xfrm>
            <a:off x="6994684" y="2085975"/>
            <a:ext cx="796766" cy="585788"/>
          </a:xfrm>
          <a:custGeom>
            <a:avLst/>
            <a:gdLst/>
            <a:ahLst/>
            <a:cxnLst/>
            <a:rect l="0" t="0" r="0" b="0"/>
            <a:pathLst>
              <a:path w="796766" h="585788">
                <a:moveTo>
                  <a:pt x="0" y="585788"/>
                </a:moveTo>
                <a:lnTo>
                  <a:pt x="796766" y="0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A8A5B56-1F81-4506-A316-50D6438B7D1F}"/>
              </a:ext>
            </a:extLst>
          </p:cNvPr>
          <p:cNvSpPr>
            <a:spLocks noGrp="1"/>
          </p:cNvSpPr>
          <p:nvPr/>
        </p:nvSpPr>
        <p:spPr>
          <a:xfrm>
            <a:off x="7753350" y="20478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C">
            <a:extLst>
              <a:ext uri="{FF2B5EF4-FFF2-40B4-BE49-F238E27FC236}">
                <a16:creationId xmlns:a16="http://schemas.microsoft.com/office/drawing/2014/main" id="{F524D38F-A3DC-4E0B-AF58-8C51360AE02D}"/>
              </a:ext>
            </a:extLst>
          </p:cNvPr>
          <p:cNvSpPr>
            <a:spLocks noGrp="1"/>
          </p:cNvSpPr>
          <p:nvPr/>
        </p:nvSpPr>
        <p:spPr>
          <a:xfrm>
            <a:off x="7677150" y="17240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7F27E9-0E18-434C-9582-D0358CCEFD6E}"/>
              </a:ext>
            </a:extLst>
          </p:cNvPr>
          <p:cNvSpPr>
            <a:spLocks noGrp="1"/>
          </p:cNvSpPr>
          <p:nvPr/>
        </p:nvSpPr>
        <p:spPr>
          <a:xfrm>
            <a:off x="6994684" y="2671763"/>
            <a:ext cx="796766" cy="585788"/>
          </a:xfrm>
          <a:custGeom>
            <a:avLst/>
            <a:gdLst/>
            <a:ahLst/>
            <a:cxnLst/>
            <a:rect l="0" t="0" r="0" b="0"/>
            <a:pathLst>
              <a:path w="796766" h="585788">
                <a:moveTo>
                  <a:pt x="0" y="0"/>
                </a:moveTo>
                <a:lnTo>
                  <a:pt x="796766" y="585788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6BF217-A711-4F40-8E09-6636C48F3279}"/>
              </a:ext>
            </a:extLst>
          </p:cNvPr>
          <p:cNvSpPr>
            <a:spLocks noGrp="1"/>
          </p:cNvSpPr>
          <p:nvPr/>
        </p:nvSpPr>
        <p:spPr>
          <a:xfrm>
            <a:off x="7753350" y="32194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D">
            <a:extLst>
              <a:ext uri="{FF2B5EF4-FFF2-40B4-BE49-F238E27FC236}">
                <a16:creationId xmlns:a16="http://schemas.microsoft.com/office/drawing/2014/main" id="{01BB7C7E-638E-4130-92CE-9185E5A45B14}"/>
              </a:ext>
            </a:extLst>
          </p:cNvPr>
          <p:cNvSpPr>
            <a:spLocks noGrp="1"/>
          </p:cNvSpPr>
          <p:nvPr/>
        </p:nvSpPr>
        <p:spPr>
          <a:xfrm>
            <a:off x="7677150" y="33528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4" name="text-Pairwise distances → NJ → unrooted tree">
            <a:extLst>
              <a:ext uri="{FF2B5EF4-FFF2-40B4-BE49-F238E27FC236}">
                <a16:creationId xmlns:a16="http://schemas.microsoft.com/office/drawing/2014/main" id="{5C121F4D-D927-475C-941B-0517BF8A37DE}"/>
              </a:ext>
            </a:extLst>
          </p:cNvPr>
          <p:cNvSpPr>
            <a:spLocks noGrp="1"/>
          </p:cNvSpPr>
          <p:nvPr/>
        </p:nvSpPr>
        <p:spPr>
          <a:xfrm>
            <a:off x="4733925" y="3714750"/>
            <a:ext cx="394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Pairwise distances → NJ → unrooted tree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4CBD6C50-2A90-4092-8DEF-156C93BEFAA7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NJ adjusts each pair using its distances to the rest of the ">
            <a:extLst>
              <a:ext uri="{FF2B5EF4-FFF2-40B4-BE49-F238E27FC236}">
                <a16:creationId xmlns:a16="http://schemas.microsoft.com/office/drawing/2014/main" id="{BA8D9199-3065-41CD-B949-14C9A08C9547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NJ adjusts each pair using its distances to the rest of the dataset.</a:t>
            </a:r>
          </a:p>
        </p:txBody>
      </p:sp>
    </p:spTree>
    <p:extLst>
      <p:ext uri="{BB962C8B-B14F-4D97-AF65-F5344CB8AC3E}">
        <p14:creationId xmlns:p14="http://schemas.microsoft.com/office/powerpoint/2010/main" val="27764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5733F39-24DF-4863-A82E-72A48A114C26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C7E902D-C979-40B6-9691-58900A457B92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B251DC11-0EDC-4F16-8F3E-6C7B1EE07042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Maximum likelihood compares explanations">
            <a:extLst>
              <a:ext uri="{FF2B5EF4-FFF2-40B4-BE49-F238E27FC236}">
                <a16:creationId xmlns:a16="http://schemas.microsoft.com/office/drawing/2014/main" id="{0AFCF4BE-2937-472D-BD6F-AA62A1AF5CE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Maximum likelihood compares explanations</a:t>
            </a:r>
          </a:p>
        </p:txBody>
      </p:sp>
      <p:sp>
        <p:nvSpPr>
          <p:cNvPr id="5" name="text-11">
            <a:extLst>
              <a:ext uri="{FF2B5EF4-FFF2-40B4-BE49-F238E27FC236}">
                <a16:creationId xmlns:a16="http://schemas.microsoft.com/office/drawing/2014/main" id="{3C6C09FA-1A79-4946-93AF-41E17C93C836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xt-L = P(alignment | tree, lengths, model)">
            <a:extLst>
              <a:ext uri="{FF2B5EF4-FFF2-40B4-BE49-F238E27FC236}">
                <a16:creationId xmlns:a16="http://schemas.microsoft.com/office/drawing/2014/main" id="{4D757DA1-1058-47E1-9511-FECC1D6B2F99}"/>
              </a:ext>
            </a:extLst>
          </p:cNvPr>
          <p:cNvSpPr>
            <a:spLocks noGrp="1"/>
          </p:cNvSpPr>
          <p:nvPr/>
        </p:nvSpPr>
        <p:spPr>
          <a:xfrm>
            <a:off x="781050" y="1362075"/>
            <a:ext cx="7620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2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L = P(alignment | tree, lengths, model)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AE6B3D3A-1C9A-4E33-A645-6106D42577C2}"/>
              </a:ext>
            </a:extLst>
          </p:cNvPr>
          <p:cNvSpPr>
            <a:spLocks noGrp="1"/>
          </p:cNvSpPr>
          <p:nvPr/>
        </p:nvSpPr>
        <p:spPr>
          <a:xfrm>
            <a:off x="1054894" y="3024188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4C380E90-A0FB-42B6-81BD-5C21C3E69607}"/>
              </a:ext>
            </a:extLst>
          </p:cNvPr>
          <p:cNvSpPr>
            <a:spLocks noGrp="1"/>
          </p:cNvSpPr>
          <p:nvPr/>
        </p:nvSpPr>
        <p:spPr>
          <a:xfrm>
            <a:off x="1052513" y="2589213"/>
            <a:ext cx="28575" cy="86995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EED4933B-FAC3-48C6-9C97-E9209801B955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B92689F6-28AE-4DDF-A437-EDAD799F4961}"/>
              </a:ext>
            </a:extLst>
          </p:cNvPr>
          <p:cNvSpPr>
            <a:spLocks noGrp="1"/>
          </p:cNvSpPr>
          <p:nvPr/>
        </p:nvSpPr>
        <p:spPr>
          <a:xfrm>
            <a:off x="1066800" y="2574925"/>
            <a:ext cx="89344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942E404B-9D8E-410C-B476-8AFF7CD54AF4}"/>
              </a:ext>
            </a:extLst>
          </p:cNvPr>
          <p:cNvSpPr>
            <a:spLocks noGrp="1"/>
          </p:cNvSpPr>
          <p:nvPr/>
        </p:nvSpPr>
        <p:spPr>
          <a:xfrm>
            <a:off x="1945958" y="2371725"/>
            <a:ext cx="28575" cy="4349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91E2BB-ECC2-4746-9129-8845D97FB6D3}"/>
              </a:ext>
            </a:extLst>
          </p:cNvPr>
          <p:cNvSpPr>
            <a:spLocks noGrp="1"/>
          </p:cNvSpPr>
          <p:nvPr/>
        </p:nvSpPr>
        <p:spPr>
          <a:xfrm>
            <a:off x="1922145" y="2551113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EF03DBDA-71E0-40EA-A7FF-793573D13782}"/>
              </a:ext>
            </a:extLst>
          </p:cNvPr>
          <p:cNvSpPr>
            <a:spLocks noGrp="1"/>
          </p:cNvSpPr>
          <p:nvPr/>
        </p:nvSpPr>
        <p:spPr>
          <a:xfrm>
            <a:off x="1960245" y="2357438"/>
            <a:ext cx="91630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2D606C-E031-4837-9A80-ABF5B7179533}"/>
              </a:ext>
            </a:extLst>
          </p:cNvPr>
          <p:cNvSpPr>
            <a:spLocks noGrp="1"/>
          </p:cNvSpPr>
          <p:nvPr/>
        </p:nvSpPr>
        <p:spPr>
          <a:xfrm>
            <a:off x="2838450" y="23336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A">
            <a:extLst>
              <a:ext uri="{FF2B5EF4-FFF2-40B4-BE49-F238E27FC236}">
                <a16:creationId xmlns:a16="http://schemas.microsoft.com/office/drawing/2014/main" id="{9DE3EA4D-7562-45C5-8BB3-4B5B146E55BC}"/>
              </a:ext>
            </a:extLst>
          </p:cNvPr>
          <p:cNvSpPr>
            <a:spLocks noGrp="1"/>
          </p:cNvSpPr>
          <p:nvPr/>
        </p:nvSpPr>
        <p:spPr>
          <a:xfrm>
            <a:off x="3000375" y="2247900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90F425CC-C8EF-434D-9EBA-3862EBA21602}"/>
              </a:ext>
            </a:extLst>
          </p:cNvPr>
          <p:cNvSpPr>
            <a:spLocks noGrp="1"/>
          </p:cNvSpPr>
          <p:nvPr/>
        </p:nvSpPr>
        <p:spPr>
          <a:xfrm>
            <a:off x="1960245" y="2792413"/>
            <a:ext cx="91630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40172B-CE54-43B4-A38B-B4D63AE0F6AE}"/>
              </a:ext>
            </a:extLst>
          </p:cNvPr>
          <p:cNvSpPr>
            <a:spLocks noGrp="1"/>
          </p:cNvSpPr>
          <p:nvPr/>
        </p:nvSpPr>
        <p:spPr>
          <a:xfrm>
            <a:off x="2838450" y="27686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B">
            <a:extLst>
              <a:ext uri="{FF2B5EF4-FFF2-40B4-BE49-F238E27FC236}">
                <a16:creationId xmlns:a16="http://schemas.microsoft.com/office/drawing/2014/main" id="{4446492D-8A86-428D-9D82-632B37063768}"/>
              </a:ext>
            </a:extLst>
          </p:cNvPr>
          <p:cNvSpPr>
            <a:spLocks noGrp="1"/>
          </p:cNvSpPr>
          <p:nvPr/>
        </p:nvSpPr>
        <p:spPr>
          <a:xfrm>
            <a:off x="3000375" y="2682875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490ABE7D-DF98-4109-97EF-641FB990CDE8}"/>
              </a:ext>
            </a:extLst>
          </p:cNvPr>
          <p:cNvSpPr>
            <a:spLocks noGrp="1"/>
          </p:cNvSpPr>
          <p:nvPr/>
        </p:nvSpPr>
        <p:spPr>
          <a:xfrm>
            <a:off x="1066800" y="3444875"/>
            <a:ext cx="89344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99976C32-96CE-456A-A4CF-C567609A90A2}"/>
              </a:ext>
            </a:extLst>
          </p:cNvPr>
          <p:cNvSpPr>
            <a:spLocks noGrp="1"/>
          </p:cNvSpPr>
          <p:nvPr/>
        </p:nvSpPr>
        <p:spPr>
          <a:xfrm>
            <a:off x="1945958" y="3241675"/>
            <a:ext cx="28575" cy="4349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B9A3A8B-A8F8-4F96-9A96-09DFD78BF801}"/>
              </a:ext>
            </a:extLst>
          </p:cNvPr>
          <p:cNvSpPr>
            <a:spLocks noGrp="1"/>
          </p:cNvSpPr>
          <p:nvPr/>
        </p:nvSpPr>
        <p:spPr>
          <a:xfrm>
            <a:off x="1922145" y="3421062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42CE4739-7E78-4FCF-A75B-BB5115E1A89E}"/>
              </a:ext>
            </a:extLst>
          </p:cNvPr>
          <p:cNvSpPr>
            <a:spLocks noGrp="1"/>
          </p:cNvSpPr>
          <p:nvPr/>
        </p:nvSpPr>
        <p:spPr>
          <a:xfrm>
            <a:off x="1960245" y="3227388"/>
            <a:ext cx="91630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726015-576E-4B3C-B9A4-346AD2C8B2A3}"/>
              </a:ext>
            </a:extLst>
          </p:cNvPr>
          <p:cNvSpPr>
            <a:spLocks noGrp="1"/>
          </p:cNvSpPr>
          <p:nvPr/>
        </p:nvSpPr>
        <p:spPr>
          <a:xfrm>
            <a:off x="2838450" y="32035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C">
            <a:extLst>
              <a:ext uri="{FF2B5EF4-FFF2-40B4-BE49-F238E27FC236}">
                <a16:creationId xmlns:a16="http://schemas.microsoft.com/office/drawing/2014/main" id="{4B65D5F6-B63E-42DF-9BFF-EFFC49586F9E}"/>
              </a:ext>
            </a:extLst>
          </p:cNvPr>
          <p:cNvSpPr>
            <a:spLocks noGrp="1"/>
          </p:cNvSpPr>
          <p:nvPr/>
        </p:nvSpPr>
        <p:spPr>
          <a:xfrm>
            <a:off x="3000375" y="3117850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66ED1420-798E-4869-9A6A-883317AEFADA}"/>
              </a:ext>
            </a:extLst>
          </p:cNvPr>
          <p:cNvSpPr>
            <a:spLocks noGrp="1"/>
          </p:cNvSpPr>
          <p:nvPr/>
        </p:nvSpPr>
        <p:spPr>
          <a:xfrm>
            <a:off x="1960245" y="3662363"/>
            <a:ext cx="91630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E67D94-5319-4EC0-817F-64E471EEDEF1}"/>
              </a:ext>
            </a:extLst>
          </p:cNvPr>
          <p:cNvSpPr>
            <a:spLocks noGrp="1"/>
          </p:cNvSpPr>
          <p:nvPr/>
        </p:nvSpPr>
        <p:spPr>
          <a:xfrm>
            <a:off x="2838450" y="36385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D">
            <a:extLst>
              <a:ext uri="{FF2B5EF4-FFF2-40B4-BE49-F238E27FC236}">
                <a16:creationId xmlns:a16="http://schemas.microsoft.com/office/drawing/2014/main" id="{7B8EBD7A-B32D-45C0-BC7D-D36F11E17658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BABF638-7E2B-4E4D-A89D-819D2346B0CC}"/>
              </a:ext>
            </a:extLst>
          </p:cNvPr>
          <p:cNvSpPr>
            <a:spLocks noGrp="1"/>
          </p:cNvSpPr>
          <p:nvPr/>
        </p:nvSpPr>
        <p:spPr>
          <a:xfrm>
            <a:off x="1028700" y="2986088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-28">
            <a:extLst>
              <a:ext uri="{FF2B5EF4-FFF2-40B4-BE49-F238E27FC236}">
                <a16:creationId xmlns:a16="http://schemas.microsoft.com/office/drawing/2014/main" id="{189E2F6D-BD19-46E5-B9B6-2BA27FADF8C2}"/>
              </a:ext>
            </a:extLst>
          </p:cNvPr>
          <p:cNvSpPr>
            <a:spLocks noGrp="1"/>
          </p:cNvSpPr>
          <p:nvPr/>
        </p:nvSpPr>
        <p:spPr>
          <a:xfrm>
            <a:off x="5398294" y="3024188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-29">
            <a:extLst>
              <a:ext uri="{FF2B5EF4-FFF2-40B4-BE49-F238E27FC236}">
                <a16:creationId xmlns:a16="http://schemas.microsoft.com/office/drawing/2014/main" id="{AE8A562B-C5F2-41F6-A241-65B353615061}"/>
              </a:ext>
            </a:extLst>
          </p:cNvPr>
          <p:cNvSpPr>
            <a:spLocks noGrp="1"/>
          </p:cNvSpPr>
          <p:nvPr/>
        </p:nvSpPr>
        <p:spPr>
          <a:xfrm>
            <a:off x="5395913" y="2589213"/>
            <a:ext cx="28575" cy="86995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-30">
            <a:extLst>
              <a:ext uri="{FF2B5EF4-FFF2-40B4-BE49-F238E27FC236}">
                <a16:creationId xmlns:a16="http://schemas.microsoft.com/office/drawing/2014/main" id="{58A33E20-D65D-4319-A5E6-64422F5DF384}"/>
              </a:ext>
            </a:extLst>
          </p:cNvPr>
          <p:cNvSpPr>
            <a:spLocks noGrp="1"/>
          </p:cNvSpPr>
          <p:nvPr/>
        </p:nvSpPr>
        <p:spPr>
          <a:xfrm>
            <a:off x="5238750" y="3009900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-31">
            <a:extLst>
              <a:ext uri="{FF2B5EF4-FFF2-40B4-BE49-F238E27FC236}">
                <a16:creationId xmlns:a16="http://schemas.microsoft.com/office/drawing/2014/main" id="{BD653802-0B95-4E1A-9C8B-B8B3BC6D9C2C}"/>
              </a:ext>
            </a:extLst>
          </p:cNvPr>
          <p:cNvSpPr>
            <a:spLocks noGrp="1"/>
          </p:cNvSpPr>
          <p:nvPr/>
        </p:nvSpPr>
        <p:spPr>
          <a:xfrm>
            <a:off x="5410200" y="2574925"/>
            <a:ext cx="89344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-32">
            <a:extLst>
              <a:ext uri="{FF2B5EF4-FFF2-40B4-BE49-F238E27FC236}">
                <a16:creationId xmlns:a16="http://schemas.microsoft.com/office/drawing/2014/main" id="{42008420-9E22-403F-912A-D565743A6BF5}"/>
              </a:ext>
            </a:extLst>
          </p:cNvPr>
          <p:cNvSpPr>
            <a:spLocks noGrp="1"/>
          </p:cNvSpPr>
          <p:nvPr/>
        </p:nvSpPr>
        <p:spPr>
          <a:xfrm>
            <a:off x="6289358" y="2371725"/>
            <a:ext cx="28575" cy="4349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0D98DB-933D-4387-91DD-DAFAB9BCADD6}"/>
              </a:ext>
            </a:extLst>
          </p:cNvPr>
          <p:cNvSpPr>
            <a:spLocks noGrp="1"/>
          </p:cNvSpPr>
          <p:nvPr/>
        </p:nvSpPr>
        <p:spPr>
          <a:xfrm>
            <a:off x="6265545" y="2551113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-34">
            <a:extLst>
              <a:ext uri="{FF2B5EF4-FFF2-40B4-BE49-F238E27FC236}">
                <a16:creationId xmlns:a16="http://schemas.microsoft.com/office/drawing/2014/main" id="{4D5B2480-2776-41AA-B003-7287AE26FC5F}"/>
              </a:ext>
            </a:extLst>
          </p:cNvPr>
          <p:cNvSpPr>
            <a:spLocks noGrp="1"/>
          </p:cNvSpPr>
          <p:nvPr/>
        </p:nvSpPr>
        <p:spPr>
          <a:xfrm>
            <a:off x="6303645" y="2357438"/>
            <a:ext cx="91630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8595143-EC61-4B96-81F5-F78C79010F3A}"/>
              </a:ext>
            </a:extLst>
          </p:cNvPr>
          <p:cNvSpPr>
            <a:spLocks noGrp="1"/>
          </p:cNvSpPr>
          <p:nvPr/>
        </p:nvSpPr>
        <p:spPr>
          <a:xfrm>
            <a:off x="7181850" y="23336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-A">
            <a:extLst>
              <a:ext uri="{FF2B5EF4-FFF2-40B4-BE49-F238E27FC236}">
                <a16:creationId xmlns:a16="http://schemas.microsoft.com/office/drawing/2014/main" id="{70108A7F-0D8C-47FD-B28E-8C032184FE14}"/>
              </a:ext>
            </a:extLst>
          </p:cNvPr>
          <p:cNvSpPr>
            <a:spLocks noGrp="1"/>
          </p:cNvSpPr>
          <p:nvPr/>
        </p:nvSpPr>
        <p:spPr>
          <a:xfrm>
            <a:off x="7343775" y="2247900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8" name="rect-37">
            <a:extLst>
              <a:ext uri="{FF2B5EF4-FFF2-40B4-BE49-F238E27FC236}">
                <a16:creationId xmlns:a16="http://schemas.microsoft.com/office/drawing/2014/main" id="{D4EB45C6-A6DF-40F5-AEFE-04E210195DD8}"/>
              </a:ext>
            </a:extLst>
          </p:cNvPr>
          <p:cNvSpPr>
            <a:spLocks noGrp="1"/>
          </p:cNvSpPr>
          <p:nvPr/>
        </p:nvSpPr>
        <p:spPr>
          <a:xfrm>
            <a:off x="6303645" y="2792413"/>
            <a:ext cx="916305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CCAB75A-E529-4ABB-BF1D-41822F739E8D}"/>
              </a:ext>
            </a:extLst>
          </p:cNvPr>
          <p:cNvSpPr>
            <a:spLocks noGrp="1"/>
          </p:cNvSpPr>
          <p:nvPr/>
        </p:nvSpPr>
        <p:spPr>
          <a:xfrm>
            <a:off x="7181850" y="27686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C">
            <a:extLst>
              <a:ext uri="{FF2B5EF4-FFF2-40B4-BE49-F238E27FC236}">
                <a16:creationId xmlns:a16="http://schemas.microsoft.com/office/drawing/2014/main" id="{CDF42D05-C622-49FE-8B89-412190144EA0}"/>
              </a:ext>
            </a:extLst>
          </p:cNvPr>
          <p:cNvSpPr>
            <a:spLocks noGrp="1"/>
          </p:cNvSpPr>
          <p:nvPr/>
        </p:nvSpPr>
        <p:spPr>
          <a:xfrm>
            <a:off x="7343775" y="2682875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1" name="rect-40">
            <a:extLst>
              <a:ext uri="{FF2B5EF4-FFF2-40B4-BE49-F238E27FC236}">
                <a16:creationId xmlns:a16="http://schemas.microsoft.com/office/drawing/2014/main" id="{040F7629-8E57-487E-B32C-0426CE7AC7F2}"/>
              </a:ext>
            </a:extLst>
          </p:cNvPr>
          <p:cNvSpPr>
            <a:spLocks noGrp="1"/>
          </p:cNvSpPr>
          <p:nvPr/>
        </p:nvSpPr>
        <p:spPr>
          <a:xfrm>
            <a:off x="5410200" y="3444875"/>
            <a:ext cx="89344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-41">
            <a:extLst>
              <a:ext uri="{FF2B5EF4-FFF2-40B4-BE49-F238E27FC236}">
                <a16:creationId xmlns:a16="http://schemas.microsoft.com/office/drawing/2014/main" id="{1D08C50C-26A0-4DFA-8AE9-74BF4BF537E0}"/>
              </a:ext>
            </a:extLst>
          </p:cNvPr>
          <p:cNvSpPr>
            <a:spLocks noGrp="1"/>
          </p:cNvSpPr>
          <p:nvPr/>
        </p:nvSpPr>
        <p:spPr>
          <a:xfrm>
            <a:off x="6289358" y="3241675"/>
            <a:ext cx="28575" cy="4349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AA92D6D-6DC3-4D42-AFC1-DCE8AE0E0D85}"/>
              </a:ext>
            </a:extLst>
          </p:cNvPr>
          <p:cNvSpPr>
            <a:spLocks noGrp="1"/>
          </p:cNvSpPr>
          <p:nvPr/>
        </p:nvSpPr>
        <p:spPr>
          <a:xfrm>
            <a:off x="6265545" y="3421062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-43">
            <a:extLst>
              <a:ext uri="{FF2B5EF4-FFF2-40B4-BE49-F238E27FC236}">
                <a16:creationId xmlns:a16="http://schemas.microsoft.com/office/drawing/2014/main" id="{0D9A3725-2762-4E64-8765-63CBB9BE52D8}"/>
              </a:ext>
            </a:extLst>
          </p:cNvPr>
          <p:cNvSpPr>
            <a:spLocks noGrp="1"/>
          </p:cNvSpPr>
          <p:nvPr/>
        </p:nvSpPr>
        <p:spPr>
          <a:xfrm>
            <a:off x="6303645" y="3227388"/>
            <a:ext cx="91630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6012500-0CE8-4140-A607-9BC41A176B52}"/>
              </a:ext>
            </a:extLst>
          </p:cNvPr>
          <p:cNvSpPr>
            <a:spLocks noGrp="1"/>
          </p:cNvSpPr>
          <p:nvPr/>
        </p:nvSpPr>
        <p:spPr>
          <a:xfrm>
            <a:off x="7181850" y="32035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-B">
            <a:extLst>
              <a:ext uri="{FF2B5EF4-FFF2-40B4-BE49-F238E27FC236}">
                <a16:creationId xmlns:a16="http://schemas.microsoft.com/office/drawing/2014/main" id="{1806F077-874B-4721-8084-40F4AC2CD8B4}"/>
              </a:ext>
            </a:extLst>
          </p:cNvPr>
          <p:cNvSpPr>
            <a:spLocks noGrp="1"/>
          </p:cNvSpPr>
          <p:nvPr/>
        </p:nvSpPr>
        <p:spPr>
          <a:xfrm>
            <a:off x="7343775" y="3117850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7" name="rect-46">
            <a:extLst>
              <a:ext uri="{FF2B5EF4-FFF2-40B4-BE49-F238E27FC236}">
                <a16:creationId xmlns:a16="http://schemas.microsoft.com/office/drawing/2014/main" id="{885FEC98-A191-48AC-822F-8DA1DBAF45E4}"/>
              </a:ext>
            </a:extLst>
          </p:cNvPr>
          <p:cNvSpPr>
            <a:spLocks noGrp="1"/>
          </p:cNvSpPr>
          <p:nvPr/>
        </p:nvSpPr>
        <p:spPr>
          <a:xfrm>
            <a:off x="6303645" y="3662363"/>
            <a:ext cx="916305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17D833-C903-493E-8797-9354F5AB936E}"/>
              </a:ext>
            </a:extLst>
          </p:cNvPr>
          <p:cNvSpPr>
            <a:spLocks noGrp="1"/>
          </p:cNvSpPr>
          <p:nvPr/>
        </p:nvSpPr>
        <p:spPr>
          <a:xfrm>
            <a:off x="7181850" y="36385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-D">
            <a:extLst>
              <a:ext uri="{FF2B5EF4-FFF2-40B4-BE49-F238E27FC236}">
                <a16:creationId xmlns:a16="http://schemas.microsoft.com/office/drawing/2014/main" id="{B848042E-3F6C-4DE3-9272-16F59D7737B0}"/>
              </a:ext>
            </a:extLst>
          </p:cNvPr>
          <p:cNvSpPr>
            <a:spLocks noGrp="1"/>
          </p:cNvSpPr>
          <p:nvPr/>
        </p:nvSpPr>
        <p:spPr>
          <a:xfrm>
            <a:off x="7343775" y="3552825"/>
            <a:ext cx="54483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26823A5-819A-43C8-955F-29E8E07AFF02}"/>
              </a:ext>
            </a:extLst>
          </p:cNvPr>
          <p:cNvSpPr>
            <a:spLocks noGrp="1"/>
          </p:cNvSpPr>
          <p:nvPr/>
        </p:nvSpPr>
        <p:spPr>
          <a:xfrm>
            <a:off x="5372100" y="2986088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-Candidate 1">
            <a:extLst>
              <a:ext uri="{FF2B5EF4-FFF2-40B4-BE49-F238E27FC236}">
                <a16:creationId xmlns:a16="http://schemas.microsoft.com/office/drawing/2014/main" id="{DBC17EFE-8DB0-40A1-810A-6578C5986C30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Candidate 1</a:t>
            </a:r>
          </a:p>
        </p:txBody>
      </p:sp>
      <p:sp>
        <p:nvSpPr>
          <p:cNvPr id="52" name="text-Candidate 2">
            <a:extLst>
              <a:ext uri="{FF2B5EF4-FFF2-40B4-BE49-F238E27FC236}">
                <a16:creationId xmlns:a16="http://schemas.microsoft.com/office/drawing/2014/main" id="{2935CFD6-31AC-4130-AB75-0155DC9093B1}"/>
              </a:ext>
            </a:extLst>
          </p:cNvPr>
          <p:cNvSpPr>
            <a:spLocks noGrp="1"/>
          </p:cNvSpPr>
          <p:nvPr/>
        </p:nvSpPr>
        <p:spPr>
          <a:xfrm>
            <a:off x="5334000" y="1981200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Candidate 2</a:t>
            </a:r>
          </a:p>
        </p:txBody>
      </p:sp>
      <p:sp>
        <p:nvSpPr>
          <p:cNvPr id="53" name="rect-52">
            <a:extLst>
              <a:ext uri="{FF2B5EF4-FFF2-40B4-BE49-F238E27FC236}">
                <a16:creationId xmlns:a16="http://schemas.microsoft.com/office/drawing/2014/main" id="{18B53C1E-169B-4933-90BA-925C36C1987D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-Optimize parameters, compare scores, search for better topol">
            <a:extLst>
              <a:ext uri="{FF2B5EF4-FFF2-40B4-BE49-F238E27FC236}">
                <a16:creationId xmlns:a16="http://schemas.microsoft.com/office/drawing/2014/main" id="{CC2BCFF9-2AB1-45C1-9567-C600E4D1BACF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Optimize parameters, compare scores, search for better topologies.</a:t>
            </a:r>
          </a:p>
        </p:txBody>
      </p:sp>
    </p:spTree>
    <p:extLst>
      <p:ext uri="{BB962C8B-B14F-4D97-AF65-F5344CB8AC3E}">
        <p14:creationId xmlns:p14="http://schemas.microsoft.com/office/powerpoint/2010/main" val="26319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546F6B8-4948-418C-AC8B-54AB4473EAE1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C1A2DAA-6687-40D0-BEB2-E26C24202988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B3723605-8FF4-4968-A126-05810B931BA6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Unknown ancestors are summed over">
            <a:extLst>
              <a:ext uri="{FF2B5EF4-FFF2-40B4-BE49-F238E27FC236}">
                <a16:creationId xmlns:a16="http://schemas.microsoft.com/office/drawing/2014/main" id="{2589E683-2DD0-4ACC-AB62-DD061CA57C3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Unknown ancestors are summed over</a:t>
            </a:r>
          </a:p>
        </p:txBody>
      </p:sp>
      <p:sp>
        <p:nvSpPr>
          <p:cNvPr id="5" name="text-12">
            <a:extLst>
              <a:ext uri="{FF2B5EF4-FFF2-40B4-BE49-F238E27FC236}">
                <a16:creationId xmlns:a16="http://schemas.microsoft.com/office/drawing/2014/main" id="{13734A45-7C0D-4B1E-BCBE-BC1522290345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ext-Observed column: C C T T">
            <a:extLst>
              <a:ext uri="{FF2B5EF4-FFF2-40B4-BE49-F238E27FC236}">
                <a16:creationId xmlns:a16="http://schemas.microsoft.com/office/drawing/2014/main" id="{0DCA19EE-F25D-43C3-8887-BC40EC714431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7905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Observed column: C C T T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C03076C3-A91E-4012-A04C-018278E6C634}"/>
              </a:ext>
            </a:extLst>
          </p:cNvPr>
          <p:cNvSpPr>
            <a:spLocks noGrp="1"/>
          </p:cNvSpPr>
          <p:nvPr/>
        </p:nvSpPr>
        <p:spPr>
          <a:xfrm>
            <a:off x="1047750" y="2376488"/>
            <a:ext cx="104775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4F5963A3-650C-4659-B922-1FDBD48CAC32}"/>
              </a:ext>
            </a:extLst>
          </p:cNvPr>
          <p:cNvSpPr>
            <a:spLocks noGrp="1"/>
          </p:cNvSpPr>
          <p:nvPr/>
        </p:nvSpPr>
        <p:spPr>
          <a:xfrm>
            <a:off x="1033463" y="2390775"/>
            <a:ext cx="28575" cy="15240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46F02AEE-8A15-41A1-B265-D503BD56D775}"/>
              </a:ext>
            </a:extLst>
          </p:cNvPr>
          <p:cNvSpPr>
            <a:spLocks noGrp="1"/>
          </p:cNvSpPr>
          <p:nvPr/>
        </p:nvSpPr>
        <p:spPr>
          <a:xfrm>
            <a:off x="2081213" y="2105025"/>
            <a:ext cx="28575" cy="5715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1231D5B5-4946-4827-BEE7-2F86B6C0240A}"/>
              </a:ext>
            </a:extLst>
          </p:cNvPr>
          <p:cNvSpPr>
            <a:spLocks noGrp="1"/>
          </p:cNvSpPr>
          <p:nvPr/>
        </p:nvSpPr>
        <p:spPr>
          <a:xfrm>
            <a:off x="2095500" y="2090738"/>
            <a:ext cx="17145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A40192-034F-4517-82B8-C91F5227277C}"/>
              </a:ext>
            </a:extLst>
          </p:cNvPr>
          <p:cNvSpPr>
            <a:spLocks noGrp="1"/>
          </p:cNvSpPr>
          <p:nvPr/>
        </p:nvSpPr>
        <p:spPr>
          <a:xfrm>
            <a:off x="3771900" y="20669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C">
            <a:extLst>
              <a:ext uri="{FF2B5EF4-FFF2-40B4-BE49-F238E27FC236}">
                <a16:creationId xmlns:a16="http://schemas.microsoft.com/office/drawing/2014/main" id="{9E2523B2-C41E-42A4-A254-B18EE1E0E45A}"/>
              </a:ext>
            </a:extLst>
          </p:cNvPr>
          <p:cNvSpPr>
            <a:spLocks noGrp="1"/>
          </p:cNvSpPr>
          <p:nvPr/>
        </p:nvSpPr>
        <p:spPr>
          <a:xfrm>
            <a:off x="3943350" y="1971675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C2600558-9E14-45DD-8482-9F7027AF8FF4}"/>
              </a:ext>
            </a:extLst>
          </p:cNvPr>
          <p:cNvSpPr>
            <a:spLocks noGrp="1"/>
          </p:cNvSpPr>
          <p:nvPr/>
        </p:nvSpPr>
        <p:spPr>
          <a:xfrm>
            <a:off x="2095500" y="2662238"/>
            <a:ext cx="17145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F780D7-0054-4BF2-96A7-7BAB19E34EDF}"/>
              </a:ext>
            </a:extLst>
          </p:cNvPr>
          <p:cNvSpPr>
            <a:spLocks noGrp="1"/>
          </p:cNvSpPr>
          <p:nvPr/>
        </p:nvSpPr>
        <p:spPr>
          <a:xfrm>
            <a:off x="3771900" y="263842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C">
            <a:extLst>
              <a:ext uri="{FF2B5EF4-FFF2-40B4-BE49-F238E27FC236}">
                <a16:creationId xmlns:a16="http://schemas.microsoft.com/office/drawing/2014/main" id="{775D5BEC-D67C-426C-866D-A36EA1A514F1}"/>
              </a:ext>
            </a:extLst>
          </p:cNvPr>
          <p:cNvSpPr>
            <a:spLocks noGrp="1"/>
          </p:cNvSpPr>
          <p:nvPr/>
        </p:nvSpPr>
        <p:spPr>
          <a:xfrm>
            <a:off x="3943350" y="2543175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24D45F40-9B3E-4668-9ED5-6ACC88C3A4E5}"/>
              </a:ext>
            </a:extLst>
          </p:cNvPr>
          <p:cNvSpPr>
            <a:spLocks noGrp="1"/>
          </p:cNvSpPr>
          <p:nvPr/>
        </p:nvSpPr>
        <p:spPr>
          <a:xfrm>
            <a:off x="1047750" y="3328988"/>
            <a:ext cx="2762250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E3568B-549E-48EF-B101-595BD0559BDE}"/>
              </a:ext>
            </a:extLst>
          </p:cNvPr>
          <p:cNvSpPr>
            <a:spLocks noGrp="1"/>
          </p:cNvSpPr>
          <p:nvPr/>
        </p:nvSpPr>
        <p:spPr>
          <a:xfrm>
            <a:off x="3771900" y="33051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T">
            <a:extLst>
              <a:ext uri="{FF2B5EF4-FFF2-40B4-BE49-F238E27FC236}">
                <a16:creationId xmlns:a16="http://schemas.microsoft.com/office/drawing/2014/main" id="{C6E7419C-61C5-45EB-AE3E-7FFD9BB669D4}"/>
              </a:ext>
            </a:extLst>
          </p:cNvPr>
          <p:cNvSpPr>
            <a:spLocks noGrp="1"/>
          </p:cNvSpPr>
          <p:nvPr/>
        </p:nvSpPr>
        <p:spPr>
          <a:xfrm>
            <a:off x="3943350" y="3209925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639ECB52-8B62-417A-8564-11437A0298C1}"/>
              </a:ext>
            </a:extLst>
          </p:cNvPr>
          <p:cNvSpPr>
            <a:spLocks noGrp="1"/>
          </p:cNvSpPr>
          <p:nvPr/>
        </p:nvSpPr>
        <p:spPr>
          <a:xfrm>
            <a:off x="1047750" y="3900488"/>
            <a:ext cx="2762250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45BF28D-6754-4295-BDC7-21A4CEDF3C82}"/>
              </a:ext>
            </a:extLst>
          </p:cNvPr>
          <p:cNvSpPr>
            <a:spLocks noGrp="1"/>
          </p:cNvSpPr>
          <p:nvPr/>
        </p:nvSpPr>
        <p:spPr>
          <a:xfrm>
            <a:off x="3771900" y="38766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-T">
            <a:extLst>
              <a:ext uri="{FF2B5EF4-FFF2-40B4-BE49-F238E27FC236}">
                <a16:creationId xmlns:a16="http://schemas.microsoft.com/office/drawing/2014/main" id="{11B17E8D-6AE5-4A03-8BBF-52686D22A4C5}"/>
              </a:ext>
            </a:extLst>
          </p:cNvPr>
          <p:cNvSpPr>
            <a:spLocks noGrp="1"/>
          </p:cNvSpPr>
          <p:nvPr/>
        </p:nvSpPr>
        <p:spPr>
          <a:xfrm>
            <a:off x="3943350" y="3781425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643AA9-1477-411F-90E1-B418B2E9941D}"/>
              </a:ext>
            </a:extLst>
          </p:cNvPr>
          <p:cNvSpPr>
            <a:spLocks noGrp="1"/>
          </p:cNvSpPr>
          <p:nvPr/>
        </p:nvSpPr>
        <p:spPr>
          <a:xfrm>
            <a:off x="1962150" y="2257425"/>
            <a:ext cx="266700" cy="2667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?">
            <a:extLst>
              <a:ext uri="{FF2B5EF4-FFF2-40B4-BE49-F238E27FC236}">
                <a16:creationId xmlns:a16="http://schemas.microsoft.com/office/drawing/2014/main" id="{17933D8E-8163-4A50-8531-83A6CE172890}"/>
              </a:ext>
            </a:extLst>
          </p:cNvPr>
          <p:cNvSpPr>
            <a:spLocks noGrp="1"/>
          </p:cNvSpPr>
          <p:nvPr/>
        </p:nvSpPr>
        <p:spPr>
          <a:xfrm>
            <a:off x="2028825" y="2247900"/>
            <a:ext cx="247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C8BDAE-2901-4900-B8A8-099BE5A762EC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266700" cy="2667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?">
            <a:extLst>
              <a:ext uri="{FF2B5EF4-FFF2-40B4-BE49-F238E27FC236}">
                <a16:creationId xmlns:a16="http://schemas.microsoft.com/office/drawing/2014/main" id="{F14B3B53-5B86-4294-BB21-E47E45C67E9B}"/>
              </a:ext>
            </a:extLst>
          </p:cNvPr>
          <p:cNvSpPr>
            <a:spLocks noGrp="1"/>
          </p:cNvSpPr>
          <p:nvPr/>
        </p:nvSpPr>
        <p:spPr>
          <a:xfrm>
            <a:off x="981075" y="3200400"/>
            <a:ext cx="247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6" name="text-Sum over possible states">
            <a:extLst>
              <a:ext uri="{FF2B5EF4-FFF2-40B4-BE49-F238E27FC236}">
                <a16:creationId xmlns:a16="http://schemas.microsoft.com/office/drawing/2014/main" id="{5D8E6DED-ECAF-420A-859F-82AE9A801590}"/>
              </a:ext>
            </a:extLst>
          </p:cNvPr>
          <p:cNvSpPr>
            <a:spLocks noGrp="1"/>
          </p:cNvSpPr>
          <p:nvPr/>
        </p:nvSpPr>
        <p:spPr>
          <a:xfrm>
            <a:off x="5048250" y="1924050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Sum over possible states</a:t>
            </a:r>
          </a:p>
        </p:txBody>
      </p:sp>
      <p:sp>
        <p:nvSpPr>
          <p:cNvPr id="27" name="text-Include alternative ancestral assignments">
            <a:extLst>
              <a:ext uri="{FF2B5EF4-FFF2-40B4-BE49-F238E27FC236}">
                <a16:creationId xmlns:a16="http://schemas.microsoft.com/office/drawing/2014/main" id="{6363CF23-D340-43F6-9842-7496B22BB164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Include alternative ancestral assignments</a:t>
            </a:r>
          </a:p>
        </p:txBody>
      </p:sp>
      <p:sp>
        <p:nvSpPr>
          <p:cNvPr id="28" name="text-Pruning algorithm">
            <a:extLst>
              <a:ext uri="{FF2B5EF4-FFF2-40B4-BE49-F238E27FC236}">
                <a16:creationId xmlns:a16="http://schemas.microsoft.com/office/drawing/2014/main" id="{0D1A46E0-E903-4610-AE46-142B9DB22B30}"/>
              </a:ext>
            </a:extLst>
          </p:cNvPr>
          <p:cNvSpPr>
            <a:spLocks noGrp="1"/>
          </p:cNvSpPr>
          <p:nvPr/>
        </p:nvSpPr>
        <p:spPr>
          <a:xfrm>
            <a:off x="5048250" y="2733675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Pruning algorithm</a:t>
            </a:r>
          </a:p>
        </p:txBody>
      </p:sp>
      <p:sp>
        <p:nvSpPr>
          <p:cNvPr id="29" name="text-Reuse partial likelihoods from subtrees">
            <a:extLst>
              <a:ext uri="{FF2B5EF4-FFF2-40B4-BE49-F238E27FC236}">
                <a16:creationId xmlns:a16="http://schemas.microsoft.com/office/drawing/2014/main" id="{BEFBB8D4-E790-4699-B971-E39E52DDC060}"/>
              </a:ext>
            </a:extLst>
          </p:cNvPr>
          <p:cNvSpPr>
            <a:spLocks noGrp="1"/>
          </p:cNvSpPr>
          <p:nvPr/>
        </p:nvSpPr>
        <p:spPr>
          <a:xfrm>
            <a:off x="5048250" y="305752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Reuse partial likelihoods from subtrees</a:t>
            </a:r>
          </a:p>
        </p:txBody>
      </p:sp>
      <p:sp>
        <p:nvSpPr>
          <p:cNvPr id="30" name="text-Whole alignment">
            <a:extLst>
              <a:ext uri="{FF2B5EF4-FFF2-40B4-BE49-F238E27FC236}">
                <a16:creationId xmlns:a16="http://schemas.microsoft.com/office/drawing/2014/main" id="{FEFDAC79-6326-4C5F-B875-8BC2EF7B799F}"/>
              </a:ext>
            </a:extLst>
          </p:cNvPr>
          <p:cNvSpPr>
            <a:spLocks noGrp="1"/>
          </p:cNvSpPr>
          <p:nvPr/>
        </p:nvSpPr>
        <p:spPr>
          <a:xfrm>
            <a:off x="5048250" y="3543300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Whole alignment</a:t>
            </a:r>
          </a:p>
        </p:txBody>
      </p:sp>
      <p:sp>
        <p:nvSpPr>
          <p:cNvPr id="31" name="text-Combine the column likelihoods">
            <a:extLst>
              <a:ext uri="{FF2B5EF4-FFF2-40B4-BE49-F238E27FC236}">
                <a16:creationId xmlns:a16="http://schemas.microsoft.com/office/drawing/2014/main" id="{CF6D8614-C2C0-4A45-8791-53BF85683893}"/>
              </a:ext>
            </a:extLst>
          </p:cNvPr>
          <p:cNvSpPr>
            <a:spLocks noGrp="1"/>
          </p:cNvSpPr>
          <p:nvPr/>
        </p:nvSpPr>
        <p:spPr>
          <a:xfrm>
            <a:off x="5048250" y="3867150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Combine the column likelihoods</a:t>
            </a:r>
          </a:p>
        </p:txBody>
      </p:sp>
      <p:sp>
        <p:nvSpPr>
          <p:cNvPr id="32" name="text-Two unknown internal states → 4 × 4 = 16 combinations">
            <a:extLst>
              <a:ext uri="{FF2B5EF4-FFF2-40B4-BE49-F238E27FC236}">
                <a16:creationId xmlns:a16="http://schemas.microsoft.com/office/drawing/2014/main" id="{2BDE043E-6E03-442A-AEB3-A8DABD1B7E74}"/>
              </a:ext>
            </a:extLst>
          </p:cNvPr>
          <p:cNvSpPr>
            <a:spLocks noGrp="1"/>
          </p:cNvSpPr>
          <p:nvPr/>
        </p:nvSpPr>
        <p:spPr>
          <a:xfrm>
            <a:off x="628650" y="4410075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Two unknown internal states → 4 × 4 = 16 combinations</a:t>
            </a:r>
          </a:p>
        </p:txBody>
      </p:sp>
    </p:spTree>
    <p:extLst>
      <p:ext uri="{BB962C8B-B14F-4D97-AF65-F5344CB8AC3E}">
        <p14:creationId xmlns:p14="http://schemas.microsoft.com/office/powerpoint/2010/main" val="454167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68FD5D2-9040-4581-9638-DA186C890495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E8D993C-4027-44BC-B736-1DE8E067E6D6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6EA2F50E-CD67-465C-84AE-261D4DF22AC5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The model controls plausible changes">
            <a:extLst>
              <a:ext uri="{FF2B5EF4-FFF2-40B4-BE49-F238E27FC236}">
                <a16:creationId xmlns:a16="http://schemas.microsoft.com/office/drawing/2014/main" id="{B625EC37-A1FE-466A-9D3E-C428512E07B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The model controls plausible changes</a:t>
            </a:r>
          </a:p>
        </p:txBody>
      </p:sp>
      <p:sp>
        <p:nvSpPr>
          <p:cNvPr id="5" name="text-13">
            <a:extLst>
              <a:ext uri="{FF2B5EF4-FFF2-40B4-BE49-F238E27FC236}">
                <a16:creationId xmlns:a16="http://schemas.microsoft.com/office/drawing/2014/main" id="{F6D6AED9-DD0D-4052-8D52-2DF275514C7A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58545CD-8C18-4C28-B99A-9A6E17EF6212}"/>
              </a:ext>
            </a:extLst>
          </p:cNvPr>
          <p:cNvSpPr>
            <a:spLocks noGrp="1"/>
          </p:cNvSpPr>
          <p:nvPr/>
        </p:nvSpPr>
        <p:spPr>
          <a:xfrm>
            <a:off x="733425" y="1762125"/>
            <a:ext cx="571500" cy="571500"/>
          </a:xfrm>
          <a:prstGeom prst="ellipse">
            <a:avLst/>
          </a:prstGeom>
          <a:solidFill>
            <a:srgbClr val="F3F6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heading-A">
            <a:extLst>
              <a:ext uri="{FF2B5EF4-FFF2-40B4-BE49-F238E27FC236}">
                <a16:creationId xmlns:a16="http://schemas.microsoft.com/office/drawing/2014/main" id="{71930559-D1E3-4561-9CBE-6638F9671BBE}"/>
              </a:ext>
            </a:extLst>
          </p:cNvPr>
          <p:cNvSpPr>
            <a:spLocks noGrp="1"/>
          </p:cNvSpPr>
          <p:nvPr/>
        </p:nvSpPr>
        <p:spPr>
          <a:xfrm>
            <a:off x="838200" y="1819275"/>
            <a:ext cx="428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1A94CC-5E87-41F0-A8F4-926FACB3A48D}"/>
              </a:ext>
            </a:extLst>
          </p:cNvPr>
          <p:cNvSpPr>
            <a:spLocks noGrp="1"/>
          </p:cNvSpPr>
          <p:nvPr/>
        </p:nvSpPr>
        <p:spPr>
          <a:xfrm>
            <a:off x="2257425" y="1762125"/>
            <a:ext cx="571500" cy="571500"/>
          </a:xfrm>
          <a:prstGeom prst="ellipse">
            <a:avLst/>
          </a:prstGeom>
          <a:solidFill>
            <a:srgbClr val="F3F6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heading-G">
            <a:extLst>
              <a:ext uri="{FF2B5EF4-FFF2-40B4-BE49-F238E27FC236}">
                <a16:creationId xmlns:a16="http://schemas.microsoft.com/office/drawing/2014/main" id="{0A82AF5B-F1EF-4CB0-AA52-97D9DCA09F17}"/>
              </a:ext>
            </a:extLst>
          </p:cNvPr>
          <p:cNvSpPr>
            <a:spLocks noGrp="1"/>
          </p:cNvSpPr>
          <p:nvPr/>
        </p:nvSpPr>
        <p:spPr>
          <a:xfrm>
            <a:off x="2362200" y="1819275"/>
            <a:ext cx="428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EF464A-691E-4B85-920A-A2026B891353}"/>
              </a:ext>
            </a:extLst>
          </p:cNvPr>
          <p:cNvSpPr>
            <a:spLocks noGrp="1"/>
          </p:cNvSpPr>
          <p:nvPr/>
        </p:nvSpPr>
        <p:spPr>
          <a:xfrm>
            <a:off x="733425" y="3238500"/>
            <a:ext cx="571500" cy="571500"/>
          </a:xfrm>
          <a:prstGeom prst="ellipse">
            <a:avLst/>
          </a:prstGeom>
          <a:solidFill>
            <a:srgbClr val="F3F6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eading-C">
            <a:extLst>
              <a:ext uri="{FF2B5EF4-FFF2-40B4-BE49-F238E27FC236}">
                <a16:creationId xmlns:a16="http://schemas.microsoft.com/office/drawing/2014/main" id="{A3B1EE40-11A7-4776-8268-80C864A1420B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428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315D9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D9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AFFFF1-40E5-4A95-96A9-EF9872263569}"/>
              </a:ext>
            </a:extLst>
          </p:cNvPr>
          <p:cNvSpPr>
            <a:spLocks noGrp="1"/>
          </p:cNvSpPr>
          <p:nvPr/>
        </p:nvSpPr>
        <p:spPr>
          <a:xfrm>
            <a:off x="2257425" y="3238500"/>
            <a:ext cx="571500" cy="571500"/>
          </a:xfrm>
          <a:prstGeom prst="ellipse">
            <a:avLst/>
          </a:prstGeom>
          <a:solidFill>
            <a:srgbClr val="F3F6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ing-T">
            <a:extLst>
              <a:ext uri="{FF2B5EF4-FFF2-40B4-BE49-F238E27FC236}">
                <a16:creationId xmlns:a16="http://schemas.microsoft.com/office/drawing/2014/main" id="{9D180773-CDED-4C18-84C0-1A9424780D7F}"/>
              </a:ext>
            </a:extLst>
          </p:cNvPr>
          <p:cNvSpPr>
            <a:spLocks noGrp="1"/>
          </p:cNvSpPr>
          <p:nvPr/>
        </p:nvSpPr>
        <p:spPr>
          <a:xfrm>
            <a:off x="2362200" y="3295650"/>
            <a:ext cx="428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" name="rect-13">
            <a:extLst>
              <a:ext uri="{FF2B5EF4-FFF2-40B4-BE49-F238E27FC236}">
                <a16:creationId xmlns:a16="http://schemas.microsoft.com/office/drawing/2014/main" id="{849B19C9-C273-4A50-AD01-925FC3813CAE}"/>
              </a:ext>
            </a:extLst>
          </p:cNvPr>
          <p:cNvSpPr>
            <a:spLocks noGrp="1"/>
          </p:cNvSpPr>
          <p:nvPr/>
        </p:nvSpPr>
        <p:spPr>
          <a:xfrm>
            <a:off x="1323975" y="2036445"/>
            <a:ext cx="542925" cy="2286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831C551-A6EA-42A1-9478-C8940933385F}"/>
              </a:ext>
            </a:extLst>
          </p:cNvPr>
          <p:cNvSpPr>
            <a:spLocks noGrp="1"/>
          </p:cNvSpPr>
          <p:nvPr/>
        </p:nvSpPr>
        <p:spPr>
          <a:xfrm>
            <a:off x="1800028" y="2011343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53BCBF8C-0DAC-42E0-839E-0C54AFC12B79}"/>
              </a:ext>
            </a:extLst>
          </p:cNvPr>
          <p:cNvSpPr>
            <a:spLocks noGrp="1"/>
          </p:cNvSpPr>
          <p:nvPr/>
        </p:nvSpPr>
        <p:spPr>
          <a:xfrm>
            <a:off x="1323975" y="3512820"/>
            <a:ext cx="542925" cy="2286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DD2FE89-9116-4E50-8C71-8309497C2E27}"/>
              </a:ext>
            </a:extLst>
          </p:cNvPr>
          <p:cNvSpPr>
            <a:spLocks noGrp="1"/>
          </p:cNvSpPr>
          <p:nvPr/>
        </p:nvSpPr>
        <p:spPr>
          <a:xfrm>
            <a:off x="1800028" y="3487718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transitions">
            <a:extLst>
              <a:ext uri="{FF2B5EF4-FFF2-40B4-BE49-F238E27FC236}">
                <a16:creationId xmlns:a16="http://schemas.microsoft.com/office/drawing/2014/main" id="{DF0490B1-F960-4D13-A961-6B30E0A3E7D7}"/>
              </a:ext>
            </a:extLst>
          </p:cNvPr>
          <p:cNvSpPr>
            <a:spLocks noGrp="1"/>
          </p:cNvSpPr>
          <p:nvPr/>
        </p:nvSpPr>
        <p:spPr>
          <a:xfrm>
            <a:off x="752475" y="264795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transitions</a:t>
            </a:r>
          </a:p>
        </p:txBody>
      </p:sp>
      <p:sp>
        <p:nvSpPr>
          <p:cNvPr id="19" name="text-Base frequencies">
            <a:extLst>
              <a:ext uri="{FF2B5EF4-FFF2-40B4-BE49-F238E27FC236}">
                <a16:creationId xmlns:a16="http://schemas.microsoft.com/office/drawing/2014/main" id="{A38A1D6C-5EE4-429E-B2BF-F8A59F22FDA5}"/>
              </a:ext>
            </a:extLst>
          </p:cNvPr>
          <p:cNvSpPr>
            <a:spLocks noGrp="1"/>
          </p:cNvSpPr>
          <p:nvPr/>
        </p:nvSpPr>
        <p:spPr>
          <a:xfrm>
            <a:off x="4010025" y="1581150"/>
            <a:ext cx="4429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Base frequencies</a:t>
            </a:r>
          </a:p>
        </p:txBody>
      </p:sp>
      <p:sp>
        <p:nvSpPr>
          <p:cNvPr id="20" name="text-Equal or unequal A, C, G, T">
            <a:extLst>
              <a:ext uri="{FF2B5EF4-FFF2-40B4-BE49-F238E27FC236}">
                <a16:creationId xmlns:a16="http://schemas.microsoft.com/office/drawing/2014/main" id="{956CF7CE-05EF-43D6-A7CA-EB20A2854ED5}"/>
              </a:ext>
            </a:extLst>
          </p:cNvPr>
          <p:cNvSpPr>
            <a:spLocks noGrp="1"/>
          </p:cNvSpPr>
          <p:nvPr/>
        </p:nvSpPr>
        <p:spPr>
          <a:xfrm>
            <a:off x="4010025" y="1905000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Equal or unequal A, C, G, T</a:t>
            </a:r>
          </a:p>
        </p:txBody>
      </p:sp>
      <p:sp>
        <p:nvSpPr>
          <p:cNvPr id="21" name="text-Substitution rates">
            <a:extLst>
              <a:ext uri="{FF2B5EF4-FFF2-40B4-BE49-F238E27FC236}">
                <a16:creationId xmlns:a16="http://schemas.microsoft.com/office/drawing/2014/main" id="{55BB45F3-CD02-4F63-AC89-3E2224778FED}"/>
              </a:ext>
            </a:extLst>
          </p:cNvPr>
          <p:cNvSpPr>
            <a:spLocks noGrp="1"/>
          </p:cNvSpPr>
          <p:nvPr/>
        </p:nvSpPr>
        <p:spPr>
          <a:xfrm>
            <a:off x="4010025" y="2476500"/>
            <a:ext cx="4429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Substitution rates</a:t>
            </a:r>
          </a:p>
        </p:txBody>
      </p:sp>
      <p:sp>
        <p:nvSpPr>
          <p:cNvPr id="22" name="text-Transition / transversion differences">
            <a:extLst>
              <a:ext uri="{FF2B5EF4-FFF2-40B4-BE49-F238E27FC236}">
                <a16:creationId xmlns:a16="http://schemas.microsoft.com/office/drawing/2014/main" id="{EBE3C9F7-D422-4D46-93FE-EBF5FA880B49}"/>
              </a:ext>
            </a:extLst>
          </p:cNvPr>
          <p:cNvSpPr>
            <a:spLocks noGrp="1"/>
          </p:cNvSpPr>
          <p:nvPr/>
        </p:nvSpPr>
        <p:spPr>
          <a:xfrm>
            <a:off x="4010025" y="2800350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Transition / transversion differences</a:t>
            </a:r>
          </a:p>
        </p:txBody>
      </p:sp>
      <p:sp>
        <p:nvSpPr>
          <p:cNvPr id="23" name="text-Rates across sites">
            <a:extLst>
              <a:ext uri="{FF2B5EF4-FFF2-40B4-BE49-F238E27FC236}">
                <a16:creationId xmlns:a16="http://schemas.microsoft.com/office/drawing/2014/main" id="{C11D0ADC-BE56-4885-B9FD-B983128D2484}"/>
              </a:ext>
            </a:extLst>
          </p:cNvPr>
          <p:cNvSpPr>
            <a:spLocks noGrp="1"/>
          </p:cNvSpPr>
          <p:nvPr/>
        </p:nvSpPr>
        <p:spPr>
          <a:xfrm>
            <a:off x="4010025" y="3371850"/>
            <a:ext cx="4429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Rates across sites</a:t>
            </a:r>
          </a:p>
        </p:txBody>
      </p:sp>
      <p:sp>
        <p:nvSpPr>
          <p:cNvPr id="24" name="text-Conserved and faster-changing positions">
            <a:extLst>
              <a:ext uri="{FF2B5EF4-FFF2-40B4-BE49-F238E27FC236}">
                <a16:creationId xmlns:a16="http://schemas.microsoft.com/office/drawing/2014/main" id="{E777C775-0F4A-411C-8FE3-A7C78BE14F9B}"/>
              </a:ext>
            </a:extLst>
          </p:cNvPr>
          <p:cNvSpPr>
            <a:spLocks noGrp="1"/>
          </p:cNvSpPr>
          <p:nvPr/>
        </p:nvSpPr>
        <p:spPr>
          <a:xfrm>
            <a:off x="4010025" y="3695700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Conserved and faster-changing positions</a:t>
            </a:r>
          </a:p>
        </p:txBody>
      </p:sp>
      <p:sp>
        <p:nvSpPr>
          <p:cNvPr id="25" name="text-Examples: JC → HKY → GTR; model choice balances fit and comp">
            <a:extLst>
              <a:ext uri="{FF2B5EF4-FFF2-40B4-BE49-F238E27FC236}">
                <a16:creationId xmlns:a16="http://schemas.microsoft.com/office/drawing/2014/main" id="{B501779B-CAF5-4349-AB03-57CBE1F727C6}"/>
              </a:ext>
            </a:extLst>
          </p:cNvPr>
          <p:cNvSpPr>
            <a:spLocks noGrp="1"/>
          </p:cNvSpPr>
          <p:nvPr/>
        </p:nvSpPr>
        <p:spPr>
          <a:xfrm>
            <a:off x="619125" y="4419600"/>
            <a:ext cx="7858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Examples: JC  →  HKY  →  GTR; model choice balances fit and complexity</a:t>
            </a:r>
          </a:p>
        </p:txBody>
      </p:sp>
    </p:spTree>
    <p:extLst>
      <p:ext uri="{BB962C8B-B14F-4D97-AF65-F5344CB8AC3E}">
        <p14:creationId xmlns:p14="http://schemas.microsoft.com/office/powerpoint/2010/main" val="175398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13F0F8F-5119-498A-9194-51D96492E6C1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A81324A-2D3E-41E8-8795-86095B9D0CD0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EEFCA31A-536E-476B-8708-29382C607C50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Bootstrap support measures recovery">
            <a:extLst>
              <a:ext uri="{FF2B5EF4-FFF2-40B4-BE49-F238E27FC236}">
                <a16:creationId xmlns:a16="http://schemas.microsoft.com/office/drawing/2014/main" id="{35496400-B977-4BF1-BE2C-E138D943B02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Bootstrap support measures recovery</a:t>
            </a:r>
          </a:p>
        </p:txBody>
      </p:sp>
      <p:sp>
        <p:nvSpPr>
          <p:cNvPr id="5" name="text-14">
            <a:extLst>
              <a:ext uri="{FF2B5EF4-FFF2-40B4-BE49-F238E27FC236}">
                <a16:creationId xmlns:a16="http://schemas.microsoft.com/office/drawing/2014/main" id="{99E774B7-3532-40B3-ACD8-F83E43B1299A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ext-Resample whole alignment columns, with replacement">
            <a:extLst>
              <a:ext uri="{FF2B5EF4-FFF2-40B4-BE49-F238E27FC236}">
                <a16:creationId xmlns:a16="http://schemas.microsoft.com/office/drawing/2014/main" id="{AF39BF8C-B69D-4CE5-837E-6AD6B8CC39FD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Resample whole alignment columns, with replacement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32FF8803-7969-4929-AC73-8CCA5CDC9DC3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">
            <a:extLst>
              <a:ext uri="{FF2B5EF4-FFF2-40B4-BE49-F238E27FC236}">
                <a16:creationId xmlns:a16="http://schemas.microsoft.com/office/drawing/2014/main" id="{747E2074-5A71-4611-B6EC-A873F87AF76A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BBD7D19B-FE31-4902-9D85-8E3641C4E911}"/>
              </a:ext>
            </a:extLst>
          </p:cNvPr>
          <p:cNvSpPr>
            <a:spLocks noGrp="1"/>
          </p:cNvSpPr>
          <p:nvPr/>
        </p:nvSpPr>
        <p:spPr>
          <a:xfrm>
            <a:off x="1333500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">
            <a:extLst>
              <a:ext uri="{FF2B5EF4-FFF2-40B4-BE49-F238E27FC236}">
                <a16:creationId xmlns:a16="http://schemas.microsoft.com/office/drawing/2014/main" id="{CEED1D05-C978-4540-8C2B-3D9861F728E2}"/>
              </a:ext>
            </a:extLst>
          </p:cNvPr>
          <p:cNvSpPr>
            <a:spLocks noGrp="1"/>
          </p:cNvSpPr>
          <p:nvPr/>
        </p:nvSpPr>
        <p:spPr>
          <a:xfrm>
            <a:off x="1447800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2AEB9468-D98A-44D0-8DBF-37BA77FCDBA3}"/>
              </a:ext>
            </a:extLst>
          </p:cNvPr>
          <p:cNvSpPr>
            <a:spLocks noGrp="1"/>
          </p:cNvSpPr>
          <p:nvPr/>
        </p:nvSpPr>
        <p:spPr>
          <a:xfrm>
            <a:off x="1943100" y="1905000"/>
            <a:ext cx="438150" cy="4953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3">
            <a:extLst>
              <a:ext uri="{FF2B5EF4-FFF2-40B4-BE49-F238E27FC236}">
                <a16:creationId xmlns:a16="http://schemas.microsoft.com/office/drawing/2014/main" id="{C165FF59-1791-4514-AE0D-B74C9BA4EE35}"/>
              </a:ext>
            </a:extLst>
          </p:cNvPr>
          <p:cNvSpPr>
            <a:spLocks noGrp="1"/>
          </p:cNvSpPr>
          <p:nvPr/>
        </p:nvSpPr>
        <p:spPr>
          <a:xfrm>
            <a:off x="2057400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806DF13E-5EF6-4ED0-BA39-02E56B0D5016}"/>
              </a:ext>
            </a:extLst>
          </p:cNvPr>
          <p:cNvSpPr>
            <a:spLocks noGrp="1"/>
          </p:cNvSpPr>
          <p:nvPr/>
        </p:nvSpPr>
        <p:spPr>
          <a:xfrm>
            <a:off x="2552700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4">
            <a:extLst>
              <a:ext uri="{FF2B5EF4-FFF2-40B4-BE49-F238E27FC236}">
                <a16:creationId xmlns:a16="http://schemas.microsoft.com/office/drawing/2014/main" id="{CE9260E8-B19C-43AF-AAF4-29E6E352D45F}"/>
              </a:ext>
            </a:extLst>
          </p:cNvPr>
          <p:cNvSpPr>
            <a:spLocks noGrp="1"/>
          </p:cNvSpPr>
          <p:nvPr/>
        </p:nvSpPr>
        <p:spPr>
          <a:xfrm>
            <a:off x="2667000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rect-14">
            <a:extLst>
              <a:ext uri="{FF2B5EF4-FFF2-40B4-BE49-F238E27FC236}">
                <a16:creationId xmlns:a16="http://schemas.microsoft.com/office/drawing/2014/main" id="{B8CDB677-5B61-47AD-B934-0A75E74C26ED}"/>
              </a:ext>
            </a:extLst>
          </p:cNvPr>
          <p:cNvSpPr>
            <a:spLocks noGrp="1"/>
          </p:cNvSpPr>
          <p:nvPr/>
        </p:nvSpPr>
        <p:spPr>
          <a:xfrm>
            <a:off x="3162300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5">
            <a:extLst>
              <a:ext uri="{FF2B5EF4-FFF2-40B4-BE49-F238E27FC236}">
                <a16:creationId xmlns:a16="http://schemas.microsoft.com/office/drawing/2014/main" id="{1D2D0A10-DE33-40D3-9B2C-51597CDE7E82}"/>
              </a:ext>
            </a:extLst>
          </p:cNvPr>
          <p:cNvSpPr>
            <a:spLocks noGrp="1"/>
          </p:cNvSpPr>
          <p:nvPr/>
        </p:nvSpPr>
        <p:spPr>
          <a:xfrm>
            <a:off x="3276600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rect-16">
            <a:extLst>
              <a:ext uri="{FF2B5EF4-FFF2-40B4-BE49-F238E27FC236}">
                <a16:creationId xmlns:a16="http://schemas.microsoft.com/office/drawing/2014/main" id="{91B5CA70-5BF9-42B9-AEB0-F1964FDB644C}"/>
              </a:ext>
            </a:extLst>
          </p:cNvPr>
          <p:cNvSpPr>
            <a:spLocks noGrp="1"/>
          </p:cNvSpPr>
          <p:nvPr/>
        </p:nvSpPr>
        <p:spPr>
          <a:xfrm>
            <a:off x="3952875" y="2131695"/>
            <a:ext cx="762000" cy="2286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F67F8EC-2D9D-4AC3-AFC5-6B9D4F3B49F2}"/>
              </a:ext>
            </a:extLst>
          </p:cNvPr>
          <p:cNvSpPr>
            <a:spLocks noGrp="1"/>
          </p:cNvSpPr>
          <p:nvPr/>
        </p:nvSpPr>
        <p:spPr>
          <a:xfrm>
            <a:off x="4648003" y="2106593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FC1828A6-545F-4657-A18F-1619CFAF9927}"/>
              </a:ext>
            </a:extLst>
          </p:cNvPr>
          <p:cNvSpPr>
            <a:spLocks noGrp="1"/>
          </p:cNvSpPr>
          <p:nvPr/>
        </p:nvSpPr>
        <p:spPr>
          <a:xfrm>
            <a:off x="5114925" y="1905000"/>
            <a:ext cx="438150" cy="4953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3">
            <a:extLst>
              <a:ext uri="{FF2B5EF4-FFF2-40B4-BE49-F238E27FC236}">
                <a16:creationId xmlns:a16="http://schemas.microsoft.com/office/drawing/2014/main" id="{1587B3F1-0DD9-4B3C-8A1E-96EEE66F7002}"/>
              </a:ext>
            </a:extLst>
          </p:cNvPr>
          <p:cNvSpPr>
            <a:spLocks noGrp="1"/>
          </p:cNvSpPr>
          <p:nvPr/>
        </p:nvSpPr>
        <p:spPr>
          <a:xfrm>
            <a:off x="5229225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ct-20">
            <a:extLst>
              <a:ext uri="{FF2B5EF4-FFF2-40B4-BE49-F238E27FC236}">
                <a16:creationId xmlns:a16="http://schemas.microsoft.com/office/drawing/2014/main" id="{C999D670-46FA-4897-BD8B-A4FA639DBBAC}"/>
              </a:ext>
            </a:extLst>
          </p:cNvPr>
          <p:cNvSpPr>
            <a:spLocks noGrp="1"/>
          </p:cNvSpPr>
          <p:nvPr/>
        </p:nvSpPr>
        <p:spPr>
          <a:xfrm>
            <a:off x="5724525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1">
            <a:extLst>
              <a:ext uri="{FF2B5EF4-FFF2-40B4-BE49-F238E27FC236}">
                <a16:creationId xmlns:a16="http://schemas.microsoft.com/office/drawing/2014/main" id="{1290AD34-F324-4C4C-B86A-5C42BE107011}"/>
              </a:ext>
            </a:extLst>
          </p:cNvPr>
          <p:cNvSpPr>
            <a:spLocks noGrp="1"/>
          </p:cNvSpPr>
          <p:nvPr/>
        </p:nvSpPr>
        <p:spPr>
          <a:xfrm>
            <a:off x="5838825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rect-22">
            <a:extLst>
              <a:ext uri="{FF2B5EF4-FFF2-40B4-BE49-F238E27FC236}">
                <a16:creationId xmlns:a16="http://schemas.microsoft.com/office/drawing/2014/main" id="{551A218B-D7F5-4F13-86D9-CC60D4EA2E0B}"/>
              </a:ext>
            </a:extLst>
          </p:cNvPr>
          <p:cNvSpPr>
            <a:spLocks noGrp="1"/>
          </p:cNvSpPr>
          <p:nvPr/>
        </p:nvSpPr>
        <p:spPr>
          <a:xfrm>
            <a:off x="6334125" y="1905000"/>
            <a:ext cx="438150" cy="495300"/>
          </a:xfrm>
          <a:prstGeom prst="rect">
            <a:avLst/>
          </a:prstGeom>
          <a:solidFill>
            <a:srgbClr val="E6F3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3">
            <a:extLst>
              <a:ext uri="{FF2B5EF4-FFF2-40B4-BE49-F238E27FC236}">
                <a16:creationId xmlns:a16="http://schemas.microsoft.com/office/drawing/2014/main" id="{CB729B22-011B-4908-839F-A98607085434}"/>
              </a:ext>
            </a:extLst>
          </p:cNvPr>
          <p:cNvSpPr>
            <a:spLocks noGrp="1"/>
          </p:cNvSpPr>
          <p:nvPr/>
        </p:nvSpPr>
        <p:spPr>
          <a:xfrm>
            <a:off x="6448425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23587BEF-6244-4037-9469-3D28CA90ABD2}"/>
              </a:ext>
            </a:extLst>
          </p:cNvPr>
          <p:cNvSpPr>
            <a:spLocks noGrp="1"/>
          </p:cNvSpPr>
          <p:nvPr/>
        </p:nvSpPr>
        <p:spPr>
          <a:xfrm>
            <a:off x="6943725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5">
            <a:extLst>
              <a:ext uri="{FF2B5EF4-FFF2-40B4-BE49-F238E27FC236}">
                <a16:creationId xmlns:a16="http://schemas.microsoft.com/office/drawing/2014/main" id="{A2F10A8D-002C-49ED-B6AB-17387E532DA7}"/>
              </a:ext>
            </a:extLst>
          </p:cNvPr>
          <p:cNvSpPr>
            <a:spLocks noGrp="1"/>
          </p:cNvSpPr>
          <p:nvPr/>
        </p:nvSpPr>
        <p:spPr>
          <a:xfrm>
            <a:off x="7058025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rect-26">
            <a:extLst>
              <a:ext uri="{FF2B5EF4-FFF2-40B4-BE49-F238E27FC236}">
                <a16:creationId xmlns:a16="http://schemas.microsoft.com/office/drawing/2014/main" id="{78868B42-6498-4FEE-8154-658ADD989640}"/>
              </a:ext>
            </a:extLst>
          </p:cNvPr>
          <p:cNvSpPr>
            <a:spLocks noGrp="1"/>
          </p:cNvSpPr>
          <p:nvPr/>
        </p:nvSpPr>
        <p:spPr>
          <a:xfrm>
            <a:off x="7553325" y="1905000"/>
            <a:ext cx="438150" cy="495300"/>
          </a:xfrm>
          <a:prstGeom prst="rect">
            <a:avLst/>
          </a:prstGeom>
          <a:solidFill>
            <a:srgbClr val="F3F6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-2">
            <a:extLst>
              <a:ext uri="{FF2B5EF4-FFF2-40B4-BE49-F238E27FC236}">
                <a16:creationId xmlns:a16="http://schemas.microsoft.com/office/drawing/2014/main" id="{7A0286BA-B467-480C-B9CD-CBE4E8BC28CF}"/>
              </a:ext>
            </a:extLst>
          </p:cNvPr>
          <p:cNvSpPr>
            <a:spLocks noGrp="1"/>
          </p:cNvSpPr>
          <p:nvPr/>
        </p:nvSpPr>
        <p:spPr>
          <a:xfrm>
            <a:off x="7667625" y="2000250"/>
            <a:ext cx="266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text-Original columns">
            <a:extLst>
              <a:ext uri="{FF2B5EF4-FFF2-40B4-BE49-F238E27FC236}">
                <a16:creationId xmlns:a16="http://schemas.microsoft.com/office/drawing/2014/main" id="{24DC2F83-5224-49A8-B57B-14AFBB71C61C}"/>
              </a:ext>
            </a:extLst>
          </p:cNvPr>
          <p:cNvSpPr>
            <a:spLocks noGrp="1"/>
          </p:cNvSpPr>
          <p:nvPr/>
        </p:nvSpPr>
        <p:spPr>
          <a:xfrm>
            <a:off x="733425" y="25812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Original columns</a:t>
            </a:r>
          </a:p>
        </p:txBody>
      </p:sp>
      <p:sp>
        <p:nvSpPr>
          <p:cNvPr id="30" name="text-One replicate">
            <a:extLst>
              <a:ext uri="{FF2B5EF4-FFF2-40B4-BE49-F238E27FC236}">
                <a16:creationId xmlns:a16="http://schemas.microsoft.com/office/drawing/2014/main" id="{7A90E46B-21B4-429F-A669-BB9388699437}"/>
              </a:ext>
            </a:extLst>
          </p:cNvPr>
          <p:cNvSpPr>
            <a:spLocks noGrp="1"/>
          </p:cNvSpPr>
          <p:nvPr/>
        </p:nvSpPr>
        <p:spPr>
          <a:xfrm>
            <a:off x="5124450" y="25812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One replicate</a:t>
            </a:r>
          </a:p>
        </p:txBody>
      </p:sp>
      <p:sp>
        <p:nvSpPr>
          <p:cNvPr id="31" name="text-Resample → infer a tree → count recovered splits">
            <a:extLst>
              <a:ext uri="{FF2B5EF4-FFF2-40B4-BE49-F238E27FC236}">
                <a16:creationId xmlns:a16="http://schemas.microsoft.com/office/drawing/2014/main" id="{7D0EF426-3897-4A92-8BF5-14442C98679A}"/>
              </a:ext>
            </a:extLst>
          </p:cNvPr>
          <p:cNvSpPr>
            <a:spLocks noGrp="1"/>
          </p:cNvSpPr>
          <p:nvPr/>
        </p:nvSpPr>
        <p:spPr>
          <a:xfrm>
            <a:off x="723900" y="3228975"/>
            <a:ext cx="781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Resample  →  infer a tree  →  count recovered splits</a:t>
            </a:r>
          </a:p>
        </p:txBody>
      </p:sp>
      <p:sp>
        <p:nvSpPr>
          <p:cNvPr id="32" name="text-750 / 1,000 replicates = 75% support">
            <a:extLst>
              <a:ext uri="{FF2B5EF4-FFF2-40B4-BE49-F238E27FC236}">
                <a16:creationId xmlns:a16="http://schemas.microsoft.com/office/drawing/2014/main" id="{8D57A0C8-DAF2-4CA4-8419-927A17C54618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7810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750 / 1,000 replicates = 75% support</a:t>
            </a:r>
          </a:p>
        </p:txBody>
      </p:sp>
    </p:spTree>
    <p:extLst>
      <p:ext uri="{BB962C8B-B14F-4D97-AF65-F5344CB8AC3E}">
        <p14:creationId xmlns:p14="http://schemas.microsoft.com/office/powerpoint/2010/main" val="1344661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FDB57B7-F799-4310-873D-DC8D9E49B35D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D482E87-20C5-4EC6-A842-EEEDBFA09658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6F360595-FAB3-42C1-B0A5-16B23F030D21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Interpret at the level of the data">
            <a:extLst>
              <a:ext uri="{FF2B5EF4-FFF2-40B4-BE49-F238E27FC236}">
                <a16:creationId xmlns:a16="http://schemas.microsoft.com/office/drawing/2014/main" id="{E87A9468-4CAE-4EC0-9B71-966F09D09F2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Interpret at the level of the data</a:t>
            </a:r>
          </a:p>
        </p:txBody>
      </p:sp>
      <p:sp>
        <p:nvSpPr>
          <p:cNvPr id="5" name="text-15">
            <a:extLst>
              <a:ext uri="{FF2B5EF4-FFF2-40B4-BE49-F238E27FC236}">
                <a16:creationId xmlns:a16="http://schemas.microsoft.com/office/drawing/2014/main" id="{6532A8AE-0973-4A62-9296-B1DBA8826743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ext-Weak split retained">
            <a:extLst>
              <a:ext uri="{FF2B5EF4-FFF2-40B4-BE49-F238E27FC236}">
                <a16:creationId xmlns:a16="http://schemas.microsoft.com/office/drawing/2014/main" id="{FB107F3C-E681-49AA-A037-B2348AB23E39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Weak split retained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B02C9491-6320-40E6-AF56-49405C75662B}"/>
              </a:ext>
            </a:extLst>
          </p:cNvPr>
          <p:cNvSpPr>
            <a:spLocks noGrp="1"/>
          </p:cNvSpPr>
          <p:nvPr/>
        </p:nvSpPr>
        <p:spPr>
          <a:xfrm>
            <a:off x="1866900" y="2733675"/>
            <a:ext cx="7429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2E26EE-609F-42F9-BC51-8CF1FE88E51A}"/>
              </a:ext>
            </a:extLst>
          </p:cNvPr>
          <p:cNvSpPr>
            <a:spLocks noGrp="1"/>
          </p:cNvSpPr>
          <p:nvPr/>
        </p:nvSpPr>
        <p:spPr>
          <a:xfrm>
            <a:off x="1000125" y="2152650"/>
            <a:ext cx="866775" cy="595313"/>
          </a:xfrm>
          <a:custGeom>
            <a:avLst/>
            <a:gdLst/>
            <a:ahLst/>
            <a:cxnLst/>
            <a:rect l="0" t="0" r="0" b="0"/>
            <a:pathLst>
              <a:path w="866775" h="595313">
                <a:moveTo>
                  <a:pt x="866775" y="595313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80088-C24F-416D-8F1A-E26F912EF7CB}"/>
              </a:ext>
            </a:extLst>
          </p:cNvPr>
          <p:cNvSpPr>
            <a:spLocks noGrp="1"/>
          </p:cNvSpPr>
          <p:nvPr/>
        </p:nvSpPr>
        <p:spPr>
          <a:xfrm>
            <a:off x="962025" y="21145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A">
            <a:extLst>
              <a:ext uri="{FF2B5EF4-FFF2-40B4-BE49-F238E27FC236}">
                <a16:creationId xmlns:a16="http://schemas.microsoft.com/office/drawing/2014/main" id="{4C1A9726-E1F5-4370-A463-884E059630C4}"/>
              </a:ext>
            </a:extLst>
          </p:cNvPr>
          <p:cNvSpPr>
            <a:spLocks noGrp="1"/>
          </p:cNvSpPr>
          <p:nvPr/>
        </p:nvSpPr>
        <p:spPr>
          <a:xfrm>
            <a:off x="885825" y="17907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F99D9D-27C2-4A4A-80D6-8E7304F068EF}"/>
              </a:ext>
            </a:extLst>
          </p:cNvPr>
          <p:cNvSpPr>
            <a:spLocks noGrp="1"/>
          </p:cNvSpPr>
          <p:nvPr/>
        </p:nvSpPr>
        <p:spPr>
          <a:xfrm>
            <a:off x="1000125" y="2747963"/>
            <a:ext cx="866775" cy="595313"/>
          </a:xfrm>
          <a:custGeom>
            <a:avLst/>
            <a:gdLst/>
            <a:ahLst/>
            <a:cxnLst/>
            <a:rect l="0" t="0" r="0" b="0"/>
            <a:pathLst>
              <a:path w="866775" h="595313">
                <a:moveTo>
                  <a:pt x="866775" y="0"/>
                </a:moveTo>
                <a:lnTo>
                  <a:pt x="0" y="595313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EF82EB-53F3-4704-A7BF-893F2409620B}"/>
              </a:ext>
            </a:extLst>
          </p:cNvPr>
          <p:cNvSpPr>
            <a:spLocks noGrp="1"/>
          </p:cNvSpPr>
          <p:nvPr/>
        </p:nvSpPr>
        <p:spPr>
          <a:xfrm>
            <a:off x="962025" y="33051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B">
            <a:extLst>
              <a:ext uri="{FF2B5EF4-FFF2-40B4-BE49-F238E27FC236}">
                <a16:creationId xmlns:a16="http://schemas.microsoft.com/office/drawing/2014/main" id="{A06269A0-F18C-4D61-A77F-2C66D757EE34}"/>
              </a:ext>
            </a:extLst>
          </p:cNvPr>
          <p:cNvSpPr>
            <a:spLocks noGrp="1"/>
          </p:cNvSpPr>
          <p:nvPr/>
        </p:nvSpPr>
        <p:spPr>
          <a:xfrm>
            <a:off x="885825" y="34385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004FE0-7B11-4DAA-83FA-AF2D31AAFAC0}"/>
              </a:ext>
            </a:extLst>
          </p:cNvPr>
          <p:cNvSpPr>
            <a:spLocks noGrp="1"/>
          </p:cNvSpPr>
          <p:nvPr/>
        </p:nvSpPr>
        <p:spPr>
          <a:xfrm>
            <a:off x="2609850" y="2152650"/>
            <a:ext cx="866775" cy="595313"/>
          </a:xfrm>
          <a:custGeom>
            <a:avLst/>
            <a:gdLst/>
            <a:ahLst/>
            <a:cxnLst/>
            <a:rect l="0" t="0" r="0" b="0"/>
            <a:pathLst>
              <a:path w="866775" h="595313">
                <a:moveTo>
                  <a:pt x="0" y="595313"/>
                </a:moveTo>
                <a:lnTo>
                  <a:pt x="866775" y="0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B768DA-7E77-4908-8F07-2958526F68F2}"/>
              </a:ext>
            </a:extLst>
          </p:cNvPr>
          <p:cNvSpPr>
            <a:spLocks noGrp="1"/>
          </p:cNvSpPr>
          <p:nvPr/>
        </p:nvSpPr>
        <p:spPr>
          <a:xfrm>
            <a:off x="3438525" y="21145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C">
            <a:extLst>
              <a:ext uri="{FF2B5EF4-FFF2-40B4-BE49-F238E27FC236}">
                <a16:creationId xmlns:a16="http://schemas.microsoft.com/office/drawing/2014/main" id="{9ED75369-EA4F-4D93-A808-4874C9B713EA}"/>
              </a:ext>
            </a:extLst>
          </p:cNvPr>
          <p:cNvSpPr>
            <a:spLocks noGrp="1"/>
          </p:cNvSpPr>
          <p:nvPr/>
        </p:nvSpPr>
        <p:spPr>
          <a:xfrm>
            <a:off x="3362325" y="17907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04DF6E-1152-4142-AAD9-84890580A146}"/>
              </a:ext>
            </a:extLst>
          </p:cNvPr>
          <p:cNvSpPr>
            <a:spLocks noGrp="1"/>
          </p:cNvSpPr>
          <p:nvPr/>
        </p:nvSpPr>
        <p:spPr>
          <a:xfrm>
            <a:off x="2609850" y="2747963"/>
            <a:ext cx="866775" cy="595313"/>
          </a:xfrm>
          <a:custGeom>
            <a:avLst/>
            <a:gdLst/>
            <a:ahLst/>
            <a:cxnLst/>
            <a:rect l="0" t="0" r="0" b="0"/>
            <a:pathLst>
              <a:path w="866775" h="595313">
                <a:moveTo>
                  <a:pt x="0" y="0"/>
                </a:moveTo>
                <a:lnTo>
                  <a:pt x="866775" y="595313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EEEE37-3A18-4C6F-811B-4198233826CC}"/>
              </a:ext>
            </a:extLst>
          </p:cNvPr>
          <p:cNvSpPr>
            <a:spLocks noGrp="1"/>
          </p:cNvSpPr>
          <p:nvPr/>
        </p:nvSpPr>
        <p:spPr>
          <a:xfrm>
            <a:off x="3438525" y="33051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D">
            <a:extLst>
              <a:ext uri="{FF2B5EF4-FFF2-40B4-BE49-F238E27FC236}">
                <a16:creationId xmlns:a16="http://schemas.microsoft.com/office/drawing/2014/main" id="{726D8467-922C-4979-921C-8B0901E30E17}"/>
              </a:ext>
            </a:extLst>
          </p:cNvPr>
          <p:cNvSpPr>
            <a:spLocks noGrp="1"/>
          </p:cNvSpPr>
          <p:nvPr/>
        </p:nvSpPr>
        <p:spPr>
          <a:xfrm>
            <a:off x="3362325" y="34385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text-42">
            <a:extLst>
              <a:ext uri="{FF2B5EF4-FFF2-40B4-BE49-F238E27FC236}">
                <a16:creationId xmlns:a16="http://schemas.microsoft.com/office/drawing/2014/main" id="{88B68EDC-D4FB-4ABE-B8C3-61400BF223F5}"/>
              </a:ext>
            </a:extLst>
          </p:cNvPr>
          <p:cNvSpPr>
            <a:spLocks noGrp="1"/>
          </p:cNvSpPr>
          <p:nvPr/>
        </p:nvSpPr>
        <p:spPr>
          <a:xfrm>
            <a:off x="2038350" y="23907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B449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494A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1" name="text-Weak split collapsed">
            <a:extLst>
              <a:ext uri="{FF2B5EF4-FFF2-40B4-BE49-F238E27FC236}">
                <a16:creationId xmlns:a16="http://schemas.microsoft.com/office/drawing/2014/main" id="{13DC6C14-B20A-4C7E-9DE1-8C4C6A6A28A0}"/>
              </a:ext>
            </a:extLst>
          </p:cNvPr>
          <p:cNvSpPr>
            <a:spLocks noGrp="1"/>
          </p:cNvSpPr>
          <p:nvPr/>
        </p:nvSpPr>
        <p:spPr>
          <a:xfrm>
            <a:off x="4791075" y="13525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Weak split collapsed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D7AD82-E910-4CA0-AF16-1EA530201B81}"/>
              </a:ext>
            </a:extLst>
          </p:cNvPr>
          <p:cNvSpPr>
            <a:spLocks noGrp="1"/>
          </p:cNvSpPr>
          <p:nvPr/>
        </p:nvSpPr>
        <p:spPr>
          <a:xfrm>
            <a:off x="5229225" y="2152650"/>
            <a:ext cx="1171575" cy="590550"/>
          </a:xfrm>
          <a:custGeom>
            <a:avLst/>
            <a:gdLst/>
            <a:ahLst/>
            <a:cxnLst/>
            <a:rect l="0" t="0" r="0" b="0"/>
            <a:pathLst>
              <a:path w="1171575" h="590550">
                <a:moveTo>
                  <a:pt x="1171575" y="5905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2D95D4-91C0-42E7-852C-4D98EA0056B9}"/>
              </a:ext>
            </a:extLst>
          </p:cNvPr>
          <p:cNvSpPr>
            <a:spLocks noGrp="1"/>
          </p:cNvSpPr>
          <p:nvPr/>
        </p:nvSpPr>
        <p:spPr>
          <a:xfrm>
            <a:off x="5191125" y="21145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A">
            <a:extLst>
              <a:ext uri="{FF2B5EF4-FFF2-40B4-BE49-F238E27FC236}">
                <a16:creationId xmlns:a16="http://schemas.microsoft.com/office/drawing/2014/main" id="{70F5D95D-0428-41C2-B8C8-C1BBFB65C514}"/>
              </a:ext>
            </a:extLst>
          </p:cNvPr>
          <p:cNvSpPr>
            <a:spLocks noGrp="1"/>
          </p:cNvSpPr>
          <p:nvPr/>
        </p:nvSpPr>
        <p:spPr>
          <a:xfrm>
            <a:off x="5114925" y="17907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9BA2FC7-29A0-4527-9E61-51D2D58573DC}"/>
              </a:ext>
            </a:extLst>
          </p:cNvPr>
          <p:cNvSpPr>
            <a:spLocks noGrp="1"/>
          </p:cNvSpPr>
          <p:nvPr/>
        </p:nvSpPr>
        <p:spPr>
          <a:xfrm>
            <a:off x="5229225" y="2743200"/>
            <a:ext cx="1171575" cy="600075"/>
          </a:xfrm>
          <a:custGeom>
            <a:avLst/>
            <a:gdLst/>
            <a:ahLst/>
            <a:cxnLst/>
            <a:rect l="0" t="0" r="0" b="0"/>
            <a:pathLst>
              <a:path w="1171575" h="600075">
                <a:moveTo>
                  <a:pt x="1171575" y="0"/>
                </a:moveTo>
                <a:lnTo>
                  <a:pt x="0" y="600075"/>
                </a:lnTo>
              </a:path>
            </a:pathLst>
          </a:custGeom>
          <a:noFill/>
          <a:ln w="28575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9A32684-1007-4ACA-9E33-7CAE3044FB98}"/>
              </a:ext>
            </a:extLst>
          </p:cNvPr>
          <p:cNvSpPr>
            <a:spLocks noGrp="1"/>
          </p:cNvSpPr>
          <p:nvPr/>
        </p:nvSpPr>
        <p:spPr>
          <a:xfrm>
            <a:off x="5191125" y="3305175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B">
            <a:extLst>
              <a:ext uri="{FF2B5EF4-FFF2-40B4-BE49-F238E27FC236}">
                <a16:creationId xmlns:a16="http://schemas.microsoft.com/office/drawing/2014/main" id="{7629B796-4D75-4DCD-B86D-2456585D7042}"/>
              </a:ext>
            </a:extLst>
          </p:cNvPr>
          <p:cNvSpPr>
            <a:spLocks noGrp="1"/>
          </p:cNvSpPr>
          <p:nvPr/>
        </p:nvSpPr>
        <p:spPr>
          <a:xfrm>
            <a:off x="5114925" y="34385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34DF0E-E8B3-4983-B813-97690AC6296F}"/>
              </a:ext>
            </a:extLst>
          </p:cNvPr>
          <p:cNvSpPr>
            <a:spLocks noGrp="1"/>
          </p:cNvSpPr>
          <p:nvPr/>
        </p:nvSpPr>
        <p:spPr>
          <a:xfrm>
            <a:off x="6400800" y="2152650"/>
            <a:ext cx="1352550" cy="590550"/>
          </a:xfrm>
          <a:custGeom>
            <a:avLst/>
            <a:gdLst/>
            <a:ahLst/>
            <a:cxnLst/>
            <a:rect l="0" t="0" r="0" b="0"/>
            <a:pathLst>
              <a:path w="1352550" h="590550">
                <a:moveTo>
                  <a:pt x="0" y="590550"/>
                </a:moveTo>
                <a:lnTo>
                  <a:pt x="1352550" y="0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27884E0-0253-4DB6-97EF-E7EF078AA81D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C">
            <a:extLst>
              <a:ext uri="{FF2B5EF4-FFF2-40B4-BE49-F238E27FC236}">
                <a16:creationId xmlns:a16="http://schemas.microsoft.com/office/drawing/2014/main" id="{FD3B3A8A-233D-43EA-9B0C-239EA90498E2}"/>
              </a:ext>
            </a:extLst>
          </p:cNvPr>
          <p:cNvSpPr>
            <a:spLocks noGrp="1"/>
          </p:cNvSpPr>
          <p:nvPr/>
        </p:nvSpPr>
        <p:spPr>
          <a:xfrm>
            <a:off x="7639050" y="17907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E4A710B-3DB5-4C1F-9C03-72EDDBE88F9A}"/>
              </a:ext>
            </a:extLst>
          </p:cNvPr>
          <p:cNvSpPr>
            <a:spLocks noGrp="1"/>
          </p:cNvSpPr>
          <p:nvPr/>
        </p:nvSpPr>
        <p:spPr>
          <a:xfrm>
            <a:off x="6400800" y="2743200"/>
            <a:ext cx="1352550" cy="600075"/>
          </a:xfrm>
          <a:custGeom>
            <a:avLst/>
            <a:gdLst/>
            <a:ahLst/>
            <a:cxnLst/>
            <a:rect l="0" t="0" r="0" b="0"/>
            <a:pathLst>
              <a:path w="1352550" h="600075">
                <a:moveTo>
                  <a:pt x="0" y="0"/>
                </a:moveTo>
                <a:lnTo>
                  <a:pt x="1352550" y="600075"/>
                </a:lnTo>
              </a:path>
            </a:pathLst>
          </a:custGeom>
          <a:noFill/>
          <a:ln w="28575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F49809-44F3-491F-8107-C5A593686BB8}"/>
              </a:ext>
            </a:extLst>
          </p:cNvPr>
          <p:cNvSpPr>
            <a:spLocks noGrp="1"/>
          </p:cNvSpPr>
          <p:nvPr/>
        </p:nvSpPr>
        <p:spPr>
          <a:xfrm>
            <a:off x="7715250" y="3305175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-D">
            <a:extLst>
              <a:ext uri="{FF2B5EF4-FFF2-40B4-BE49-F238E27FC236}">
                <a16:creationId xmlns:a16="http://schemas.microsoft.com/office/drawing/2014/main" id="{C69E9F19-2C2A-482E-97CB-CD845D796CA7}"/>
              </a:ext>
            </a:extLst>
          </p:cNvPr>
          <p:cNvSpPr>
            <a:spLocks noGrp="1"/>
          </p:cNvSpPr>
          <p:nvPr/>
        </p:nvSpPr>
        <p:spPr>
          <a:xfrm>
            <a:off x="7639050" y="34385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CA5350A-4226-4D63-B3E0-49CA9B09023B}"/>
              </a:ext>
            </a:extLst>
          </p:cNvPr>
          <p:cNvSpPr>
            <a:spLocks noGrp="1"/>
          </p:cNvSpPr>
          <p:nvPr/>
        </p:nvSpPr>
        <p:spPr>
          <a:xfrm>
            <a:off x="6353175" y="2695575"/>
            <a:ext cx="95250" cy="9525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-34">
            <a:extLst>
              <a:ext uri="{FF2B5EF4-FFF2-40B4-BE49-F238E27FC236}">
                <a16:creationId xmlns:a16="http://schemas.microsoft.com/office/drawing/2014/main" id="{9361EC51-7DC0-4D29-8B90-852EBE58728F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-An unresolved node expresses uncertainty about branching ord">
            <a:extLst>
              <a:ext uri="{FF2B5EF4-FFF2-40B4-BE49-F238E27FC236}">
                <a16:creationId xmlns:a16="http://schemas.microsoft.com/office/drawing/2014/main" id="{B0ACE442-DB1C-4305-8899-B694981B86F1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An unresolved node expresses uncertainty about branching order.</a:t>
            </a:r>
          </a:p>
        </p:txBody>
      </p:sp>
      <p:sp>
        <p:nvSpPr>
          <p:cNvPr id="37" name="text-Gene history can differ from species history: duplication, r">
            <a:extLst>
              <a:ext uri="{FF2B5EF4-FFF2-40B4-BE49-F238E27FC236}">
                <a16:creationId xmlns:a16="http://schemas.microsoft.com/office/drawing/2014/main" id="{C72A24DB-BBE8-458A-BDE5-1717FBE19565}"/>
              </a:ext>
            </a:extLst>
          </p:cNvPr>
          <p:cNvSpPr>
            <a:spLocks noGrp="1"/>
          </p:cNvSpPr>
          <p:nvPr/>
        </p:nvSpPr>
        <p:spPr>
          <a:xfrm>
            <a:off x="619125" y="456247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Gene history can differ from species history: duplication, recombination, lineage sorting</a:t>
            </a:r>
          </a:p>
        </p:txBody>
      </p:sp>
    </p:spTree>
    <p:extLst>
      <p:ext uri="{BB962C8B-B14F-4D97-AF65-F5344CB8AC3E}">
        <p14:creationId xmlns:p14="http://schemas.microsoft.com/office/powerpoint/2010/main" val="945476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DE6DAF81-9955-43E9-8BC7-D7C7AACCB799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B4E97C1-5C15-4CD4-80E2-5D43B4CE0643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8527CA69-355F-4C57-8AB9-8D38A516CFBA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The Tree of Life">
            <a:extLst>
              <a:ext uri="{FF2B5EF4-FFF2-40B4-BE49-F238E27FC236}">
                <a16:creationId xmlns:a16="http://schemas.microsoft.com/office/drawing/2014/main" id="{2795ABA4-265E-48B2-8D47-D72BA5BF99E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The Tree of Life</a:t>
            </a:r>
          </a:p>
        </p:txBody>
      </p:sp>
      <p:sp>
        <p:nvSpPr>
          <p:cNvPr id="5" name="text-16">
            <a:extLst>
              <a:ext uri="{FF2B5EF4-FFF2-40B4-BE49-F238E27FC236}">
                <a16:creationId xmlns:a16="http://schemas.microsoft.com/office/drawing/2014/main" id="{28FD8664-3E9C-432E-820B-756E6AFF1909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text-Combine">
            <a:extLst>
              <a:ext uri="{FF2B5EF4-FFF2-40B4-BE49-F238E27FC236}">
                <a16:creationId xmlns:a16="http://schemas.microsoft.com/office/drawing/2014/main" id="{3B12C6E9-A9BE-4E0B-B224-DE56A5A4578F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7" name="text-Published phylogenies + taxonomy">
            <a:extLst>
              <a:ext uri="{FF2B5EF4-FFF2-40B4-BE49-F238E27FC236}">
                <a16:creationId xmlns:a16="http://schemas.microsoft.com/office/drawing/2014/main" id="{ECA48021-BEDD-4BB5-B2BB-B437C38CCC48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3476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Published phylogenies + taxonomy</a:t>
            </a:r>
          </a:p>
        </p:txBody>
      </p:sp>
      <p:sp>
        <p:nvSpPr>
          <p:cNvPr id="8" name="text-Trace">
            <a:extLst>
              <a:ext uri="{FF2B5EF4-FFF2-40B4-BE49-F238E27FC236}">
                <a16:creationId xmlns:a16="http://schemas.microsoft.com/office/drawing/2014/main" id="{C03DE504-EC54-4201-87E5-9AEBB85278EC}"/>
              </a:ext>
            </a:extLst>
          </p:cNvPr>
          <p:cNvSpPr>
            <a:spLocks noGrp="1"/>
          </p:cNvSpPr>
          <p:nvPr/>
        </p:nvSpPr>
        <p:spPr>
          <a:xfrm>
            <a:off x="628650" y="25146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9" name="text-Relationships back to source studies">
            <a:extLst>
              <a:ext uri="{FF2B5EF4-FFF2-40B4-BE49-F238E27FC236}">
                <a16:creationId xmlns:a16="http://schemas.microsoft.com/office/drawing/2014/main" id="{81CD6946-4C2F-44CD-B988-C98B68A5A44B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3476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Relationships back to source studies</a:t>
            </a:r>
          </a:p>
        </p:txBody>
      </p:sp>
      <p:sp>
        <p:nvSpPr>
          <p:cNvPr id="10" name="text-Use">
            <a:extLst>
              <a:ext uri="{FF2B5EF4-FFF2-40B4-BE49-F238E27FC236}">
                <a16:creationId xmlns:a16="http://schemas.microsoft.com/office/drawing/2014/main" id="{1A2E9C8E-8E8A-4991-9CB7-8FF0A5E7AE93}"/>
              </a:ext>
            </a:extLst>
          </p:cNvPr>
          <p:cNvSpPr>
            <a:spLocks noGrp="1"/>
          </p:cNvSpPr>
          <p:nvPr/>
        </p:nvSpPr>
        <p:spPr>
          <a:xfrm>
            <a:off x="628650" y="3381375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1" name="text-Compare traits and biodiversity">
            <a:extLst>
              <a:ext uri="{FF2B5EF4-FFF2-40B4-BE49-F238E27FC236}">
                <a16:creationId xmlns:a16="http://schemas.microsoft.com/office/drawing/2014/main" id="{0A92AB41-999D-4E8E-AB16-0AD3110B63B3}"/>
              </a:ext>
            </a:extLst>
          </p:cNvPr>
          <p:cNvSpPr>
            <a:spLocks noGrp="1"/>
          </p:cNvSpPr>
          <p:nvPr/>
        </p:nvSpPr>
        <p:spPr>
          <a:xfrm>
            <a:off x="628650" y="3705225"/>
            <a:ext cx="3476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Compare traits and biodiversity</a:t>
            </a:r>
          </a:p>
        </p:txBody>
      </p:sp>
      <p:sp>
        <p:nvSpPr>
          <p:cNvPr id="12" name="rect-11">
            <a:extLst>
              <a:ext uri="{FF2B5EF4-FFF2-40B4-BE49-F238E27FC236}">
                <a16:creationId xmlns:a16="http://schemas.microsoft.com/office/drawing/2014/main" id="{A25359DC-EB77-4A8F-9391-C1ACCF1582AE}"/>
              </a:ext>
            </a:extLst>
          </p:cNvPr>
          <p:cNvSpPr>
            <a:spLocks noGrp="1"/>
          </p:cNvSpPr>
          <p:nvPr/>
        </p:nvSpPr>
        <p:spPr>
          <a:xfrm>
            <a:off x="6477000" y="2543175"/>
            <a:ext cx="19050" cy="257175"/>
          </a:xfrm>
          <a:prstGeom prst="rect">
            <a:avLst/>
          </a:prstGeom>
          <a:solidFill>
            <a:srgbClr val="163E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AE4172-1F10-4BE6-9517-6F14241C54F6}"/>
              </a:ext>
            </a:extLst>
          </p:cNvPr>
          <p:cNvSpPr>
            <a:spLocks noGrp="1"/>
          </p:cNvSpPr>
          <p:nvPr/>
        </p:nvSpPr>
        <p:spPr>
          <a:xfrm>
            <a:off x="6122825" y="2436650"/>
            <a:ext cx="363700" cy="106525"/>
          </a:xfrm>
          <a:custGeom>
            <a:avLst/>
            <a:gdLst/>
            <a:ahLst/>
            <a:cxnLst/>
            <a:rect l="0" t="0" r="0" b="0"/>
            <a:pathLst>
              <a:path w="363700" h="106525">
                <a:moveTo>
                  <a:pt x="363700" y="1065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28F592B-1CCB-442A-8FF5-105645ECBAE2}"/>
              </a:ext>
            </a:extLst>
          </p:cNvPr>
          <p:cNvSpPr>
            <a:spLocks noGrp="1"/>
          </p:cNvSpPr>
          <p:nvPr/>
        </p:nvSpPr>
        <p:spPr>
          <a:xfrm>
            <a:off x="5773729" y="2436650"/>
            <a:ext cx="349096" cy="68451"/>
          </a:xfrm>
          <a:custGeom>
            <a:avLst/>
            <a:gdLst/>
            <a:ahLst/>
            <a:cxnLst/>
            <a:rect l="0" t="0" r="0" b="0"/>
            <a:pathLst>
              <a:path w="349096" h="68451">
                <a:moveTo>
                  <a:pt x="349096" y="0"/>
                </a:moveTo>
                <a:lnTo>
                  <a:pt x="0" y="68451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A17856B-ED23-4012-8833-35D26FA3E2ED}"/>
              </a:ext>
            </a:extLst>
          </p:cNvPr>
          <p:cNvSpPr>
            <a:spLocks noGrp="1"/>
          </p:cNvSpPr>
          <p:nvPr/>
        </p:nvSpPr>
        <p:spPr>
          <a:xfrm>
            <a:off x="5477591" y="2505100"/>
            <a:ext cx="296138" cy="94560"/>
          </a:xfrm>
          <a:custGeom>
            <a:avLst/>
            <a:gdLst/>
            <a:ahLst/>
            <a:cxnLst/>
            <a:rect l="0" t="0" r="0" b="0"/>
            <a:pathLst>
              <a:path w="296138" h="94560">
                <a:moveTo>
                  <a:pt x="296138" y="0"/>
                </a:moveTo>
                <a:lnTo>
                  <a:pt x="0" y="9456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7F4DE6-2033-403B-9150-F2B2219FA68F}"/>
              </a:ext>
            </a:extLst>
          </p:cNvPr>
          <p:cNvSpPr>
            <a:spLocks noGrp="1"/>
          </p:cNvSpPr>
          <p:nvPr/>
        </p:nvSpPr>
        <p:spPr>
          <a:xfrm>
            <a:off x="5206842" y="2599661"/>
            <a:ext cx="270749" cy="74652"/>
          </a:xfrm>
          <a:custGeom>
            <a:avLst/>
            <a:gdLst/>
            <a:ahLst/>
            <a:cxnLst/>
            <a:rect l="0" t="0" r="0" b="0"/>
            <a:pathLst>
              <a:path w="270749" h="74652">
                <a:moveTo>
                  <a:pt x="270749" y="0"/>
                </a:moveTo>
                <a:lnTo>
                  <a:pt x="0" y="74652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B79CEB-1887-4871-A4FC-30FA310D817F}"/>
              </a:ext>
            </a:extLst>
          </p:cNvPr>
          <p:cNvSpPr>
            <a:spLocks noGrp="1"/>
          </p:cNvSpPr>
          <p:nvPr/>
        </p:nvSpPr>
        <p:spPr>
          <a:xfrm>
            <a:off x="5181124" y="2648595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A437F70-3648-4A05-888D-2DE5086CFF86}"/>
              </a:ext>
            </a:extLst>
          </p:cNvPr>
          <p:cNvSpPr>
            <a:spLocks noGrp="1"/>
          </p:cNvSpPr>
          <p:nvPr/>
        </p:nvSpPr>
        <p:spPr>
          <a:xfrm>
            <a:off x="5256019" y="2427080"/>
            <a:ext cx="221572" cy="172580"/>
          </a:xfrm>
          <a:custGeom>
            <a:avLst/>
            <a:gdLst/>
            <a:ahLst/>
            <a:cxnLst/>
            <a:rect l="0" t="0" r="0" b="0"/>
            <a:pathLst>
              <a:path w="221572" h="172580">
                <a:moveTo>
                  <a:pt x="221572" y="17258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78C87D-7B86-4A44-A6C7-28F79D8685AA}"/>
              </a:ext>
            </a:extLst>
          </p:cNvPr>
          <p:cNvSpPr>
            <a:spLocks noGrp="1"/>
          </p:cNvSpPr>
          <p:nvPr/>
        </p:nvSpPr>
        <p:spPr>
          <a:xfrm>
            <a:off x="5230302" y="2401363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BCF623D-E4C8-478B-A7B9-95D75C6506E2}"/>
              </a:ext>
            </a:extLst>
          </p:cNvPr>
          <p:cNvSpPr>
            <a:spLocks noGrp="1"/>
          </p:cNvSpPr>
          <p:nvPr/>
        </p:nvSpPr>
        <p:spPr>
          <a:xfrm>
            <a:off x="5631192" y="2228835"/>
            <a:ext cx="142537" cy="276265"/>
          </a:xfrm>
          <a:custGeom>
            <a:avLst/>
            <a:gdLst/>
            <a:ahLst/>
            <a:cxnLst/>
            <a:rect l="0" t="0" r="0" b="0"/>
            <a:pathLst>
              <a:path w="142537" h="276265">
                <a:moveTo>
                  <a:pt x="142537" y="27626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52E8754-10D3-40A3-9D96-9EBDF8025195}"/>
              </a:ext>
            </a:extLst>
          </p:cNvPr>
          <p:cNvSpPr>
            <a:spLocks noGrp="1"/>
          </p:cNvSpPr>
          <p:nvPr/>
        </p:nvSpPr>
        <p:spPr>
          <a:xfrm>
            <a:off x="5352484" y="2194193"/>
            <a:ext cx="278708" cy="34642"/>
          </a:xfrm>
          <a:custGeom>
            <a:avLst/>
            <a:gdLst/>
            <a:ahLst/>
            <a:cxnLst/>
            <a:rect l="0" t="0" r="0" b="0"/>
            <a:pathLst>
              <a:path w="278708" h="34642">
                <a:moveTo>
                  <a:pt x="278708" y="3464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05A375-BD7B-4CB5-BFEF-75861CC1D904}"/>
              </a:ext>
            </a:extLst>
          </p:cNvPr>
          <p:cNvSpPr>
            <a:spLocks noGrp="1"/>
          </p:cNvSpPr>
          <p:nvPr/>
        </p:nvSpPr>
        <p:spPr>
          <a:xfrm>
            <a:off x="5326767" y="2168475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4C75E7-B865-43ED-A3B9-3A043ECBF270}"/>
              </a:ext>
            </a:extLst>
          </p:cNvPr>
          <p:cNvSpPr>
            <a:spLocks noGrp="1"/>
          </p:cNvSpPr>
          <p:nvPr/>
        </p:nvSpPr>
        <p:spPr>
          <a:xfrm>
            <a:off x="5492530" y="1984600"/>
            <a:ext cx="138662" cy="244235"/>
          </a:xfrm>
          <a:custGeom>
            <a:avLst/>
            <a:gdLst/>
            <a:ahLst/>
            <a:cxnLst/>
            <a:rect l="0" t="0" r="0" b="0"/>
            <a:pathLst>
              <a:path w="138662" h="244235">
                <a:moveTo>
                  <a:pt x="138662" y="24423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59F9F0-99DE-4B72-8E84-8D3FBE025C31}"/>
              </a:ext>
            </a:extLst>
          </p:cNvPr>
          <p:cNvSpPr>
            <a:spLocks noGrp="1"/>
          </p:cNvSpPr>
          <p:nvPr/>
        </p:nvSpPr>
        <p:spPr>
          <a:xfrm>
            <a:off x="5466813" y="1958882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4E5BDD9-6FA6-4FF8-8528-A18BF585244E}"/>
              </a:ext>
            </a:extLst>
          </p:cNvPr>
          <p:cNvSpPr>
            <a:spLocks noGrp="1"/>
          </p:cNvSpPr>
          <p:nvPr/>
        </p:nvSpPr>
        <p:spPr>
          <a:xfrm>
            <a:off x="6122825" y="2087554"/>
            <a:ext cx="68451" cy="349096"/>
          </a:xfrm>
          <a:custGeom>
            <a:avLst/>
            <a:gdLst/>
            <a:ahLst/>
            <a:cxnLst/>
            <a:rect l="0" t="0" r="0" b="0"/>
            <a:pathLst>
              <a:path w="68451" h="349096">
                <a:moveTo>
                  <a:pt x="0" y="349096"/>
                </a:moveTo>
                <a:lnTo>
                  <a:pt x="68451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8DFA31A-F271-451E-A4D5-09663D6238EB}"/>
              </a:ext>
            </a:extLst>
          </p:cNvPr>
          <p:cNvSpPr>
            <a:spLocks noGrp="1"/>
          </p:cNvSpPr>
          <p:nvPr/>
        </p:nvSpPr>
        <p:spPr>
          <a:xfrm>
            <a:off x="5915010" y="1945017"/>
            <a:ext cx="276265" cy="142537"/>
          </a:xfrm>
          <a:custGeom>
            <a:avLst/>
            <a:gdLst/>
            <a:ahLst/>
            <a:cxnLst/>
            <a:rect l="0" t="0" r="0" b="0"/>
            <a:pathLst>
              <a:path w="276265" h="142537">
                <a:moveTo>
                  <a:pt x="276265" y="142537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5562D1B-4658-4596-B82C-9A864B7E5BC8}"/>
              </a:ext>
            </a:extLst>
          </p:cNvPr>
          <p:cNvSpPr>
            <a:spLocks noGrp="1"/>
          </p:cNvSpPr>
          <p:nvPr/>
        </p:nvSpPr>
        <p:spPr>
          <a:xfrm>
            <a:off x="5670775" y="1806355"/>
            <a:ext cx="244235" cy="138662"/>
          </a:xfrm>
          <a:custGeom>
            <a:avLst/>
            <a:gdLst/>
            <a:ahLst/>
            <a:cxnLst/>
            <a:rect l="0" t="0" r="0" b="0"/>
            <a:pathLst>
              <a:path w="244235" h="138662">
                <a:moveTo>
                  <a:pt x="244235" y="13866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7CF27-AE75-4B56-8DFC-0204FF076444}"/>
              </a:ext>
            </a:extLst>
          </p:cNvPr>
          <p:cNvSpPr>
            <a:spLocks noGrp="1"/>
          </p:cNvSpPr>
          <p:nvPr/>
        </p:nvSpPr>
        <p:spPr>
          <a:xfrm>
            <a:off x="5645057" y="1780638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038C0A8-86EE-45C6-969F-BD642CC9E00B}"/>
              </a:ext>
            </a:extLst>
          </p:cNvPr>
          <p:cNvSpPr>
            <a:spLocks noGrp="1"/>
          </p:cNvSpPr>
          <p:nvPr/>
        </p:nvSpPr>
        <p:spPr>
          <a:xfrm>
            <a:off x="5880368" y="1666309"/>
            <a:ext cx="34642" cy="278708"/>
          </a:xfrm>
          <a:custGeom>
            <a:avLst/>
            <a:gdLst/>
            <a:ahLst/>
            <a:cxnLst/>
            <a:rect l="0" t="0" r="0" b="0"/>
            <a:pathLst>
              <a:path w="34642" h="278708">
                <a:moveTo>
                  <a:pt x="34642" y="27870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A734DC-4577-4367-8B86-BE42B961950B}"/>
              </a:ext>
            </a:extLst>
          </p:cNvPr>
          <p:cNvSpPr>
            <a:spLocks noGrp="1"/>
          </p:cNvSpPr>
          <p:nvPr/>
        </p:nvSpPr>
        <p:spPr>
          <a:xfrm>
            <a:off x="5854650" y="1640592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A814F77-655F-43E0-AD91-3CBB808CAB17}"/>
              </a:ext>
            </a:extLst>
          </p:cNvPr>
          <p:cNvSpPr>
            <a:spLocks noGrp="1"/>
          </p:cNvSpPr>
          <p:nvPr/>
        </p:nvSpPr>
        <p:spPr>
          <a:xfrm>
            <a:off x="6191275" y="1791416"/>
            <a:ext cx="94560" cy="296138"/>
          </a:xfrm>
          <a:custGeom>
            <a:avLst/>
            <a:gdLst/>
            <a:ahLst/>
            <a:cxnLst/>
            <a:rect l="0" t="0" r="0" b="0"/>
            <a:pathLst>
              <a:path w="94560" h="296138">
                <a:moveTo>
                  <a:pt x="0" y="296138"/>
                </a:moveTo>
                <a:lnTo>
                  <a:pt x="9456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897BFF-39DE-401B-8C9D-5B768AF5F418}"/>
              </a:ext>
            </a:extLst>
          </p:cNvPr>
          <p:cNvSpPr>
            <a:spLocks noGrp="1"/>
          </p:cNvSpPr>
          <p:nvPr/>
        </p:nvSpPr>
        <p:spPr>
          <a:xfrm>
            <a:off x="6113255" y="1569844"/>
            <a:ext cx="172580" cy="221572"/>
          </a:xfrm>
          <a:custGeom>
            <a:avLst/>
            <a:gdLst/>
            <a:ahLst/>
            <a:cxnLst/>
            <a:rect l="0" t="0" r="0" b="0"/>
            <a:pathLst>
              <a:path w="172580" h="221572">
                <a:moveTo>
                  <a:pt x="172580" y="22157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214AD96-7A7D-4BEE-8619-7F1D83D3F898}"/>
              </a:ext>
            </a:extLst>
          </p:cNvPr>
          <p:cNvSpPr>
            <a:spLocks noGrp="1"/>
          </p:cNvSpPr>
          <p:nvPr/>
        </p:nvSpPr>
        <p:spPr>
          <a:xfrm>
            <a:off x="6087538" y="1544127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6F59892-7090-4810-BB53-F7C257902C8E}"/>
              </a:ext>
            </a:extLst>
          </p:cNvPr>
          <p:cNvSpPr>
            <a:spLocks noGrp="1"/>
          </p:cNvSpPr>
          <p:nvPr/>
        </p:nvSpPr>
        <p:spPr>
          <a:xfrm>
            <a:off x="6285836" y="1520667"/>
            <a:ext cx="74652" cy="270749"/>
          </a:xfrm>
          <a:custGeom>
            <a:avLst/>
            <a:gdLst/>
            <a:ahLst/>
            <a:cxnLst/>
            <a:rect l="0" t="0" r="0" b="0"/>
            <a:pathLst>
              <a:path w="74652" h="270749">
                <a:moveTo>
                  <a:pt x="0" y="270749"/>
                </a:moveTo>
                <a:lnTo>
                  <a:pt x="74652" y="0"/>
                </a:lnTo>
              </a:path>
            </a:pathLst>
          </a:custGeom>
          <a:noFill/>
          <a:ln w="1905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B0ED19-4C37-405D-91B2-F9D4DC514834}"/>
              </a:ext>
            </a:extLst>
          </p:cNvPr>
          <p:cNvSpPr>
            <a:spLocks noGrp="1"/>
          </p:cNvSpPr>
          <p:nvPr/>
        </p:nvSpPr>
        <p:spPr>
          <a:xfrm>
            <a:off x="6334770" y="1494949"/>
            <a:ext cx="51435" cy="51435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972C9ED-6FAD-4A08-8171-9FA5738DFBA6}"/>
              </a:ext>
            </a:extLst>
          </p:cNvPr>
          <p:cNvSpPr>
            <a:spLocks noGrp="1"/>
          </p:cNvSpPr>
          <p:nvPr/>
        </p:nvSpPr>
        <p:spPr>
          <a:xfrm>
            <a:off x="6486525" y="2436650"/>
            <a:ext cx="363700" cy="106525"/>
          </a:xfrm>
          <a:custGeom>
            <a:avLst/>
            <a:gdLst/>
            <a:ahLst/>
            <a:cxnLst/>
            <a:rect l="0" t="0" r="0" b="0"/>
            <a:pathLst>
              <a:path w="363700" h="106525">
                <a:moveTo>
                  <a:pt x="0" y="106525"/>
                </a:moveTo>
                <a:lnTo>
                  <a:pt x="363700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B254C90-467B-4D62-95C6-7E481CB4D9A3}"/>
              </a:ext>
            </a:extLst>
          </p:cNvPr>
          <p:cNvSpPr>
            <a:spLocks noGrp="1"/>
          </p:cNvSpPr>
          <p:nvPr/>
        </p:nvSpPr>
        <p:spPr>
          <a:xfrm>
            <a:off x="6781775" y="2087554"/>
            <a:ext cx="68451" cy="349096"/>
          </a:xfrm>
          <a:custGeom>
            <a:avLst/>
            <a:gdLst/>
            <a:ahLst/>
            <a:cxnLst/>
            <a:rect l="0" t="0" r="0" b="0"/>
            <a:pathLst>
              <a:path w="68451" h="349096">
                <a:moveTo>
                  <a:pt x="68451" y="34909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8C2CD69-7B37-4A43-9587-EF48276DEDE6}"/>
              </a:ext>
            </a:extLst>
          </p:cNvPr>
          <p:cNvSpPr>
            <a:spLocks noGrp="1"/>
          </p:cNvSpPr>
          <p:nvPr/>
        </p:nvSpPr>
        <p:spPr>
          <a:xfrm>
            <a:off x="6687214" y="1791416"/>
            <a:ext cx="94560" cy="296138"/>
          </a:xfrm>
          <a:custGeom>
            <a:avLst/>
            <a:gdLst/>
            <a:ahLst/>
            <a:cxnLst/>
            <a:rect l="0" t="0" r="0" b="0"/>
            <a:pathLst>
              <a:path w="94560" h="296138">
                <a:moveTo>
                  <a:pt x="94560" y="29613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F96205F-484F-49B9-864A-9F49A52F961C}"/>
              </a:ext>
            </a:extLst>
          </p:cNvPr>
          <p:cNvSpPr>
            <a:spLocks noGrp="1"/>
          </p:cNvSpPr>
          <p:nvPr/>
        </p:nvSpPr>
        <p:spPr>
          <a:xfrm>
            <a:off x="6612563" y="1520667"/>
            <a:ext cx="74652" cy="270749"/>
          </a:xfrm>
          <a:custGeom>
            <a:avLst/>
            <a:gdLst/>
            <a:ahLst/>
            <a:cxnLst/>
            <a:rect l="0" t="0" r="0" b="0"/>
            <a:pathLst>
              <a:path w="74652" h="270749">
                <a:moveTo>
                  <a:pt x="74652" y="27074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EF2C889-2217-4B44-ACD0-F39DCA98108D}"/>
              </a:ext>
            </a:extLst>
          </p:cNvPr>
          <p:cNvSpPr>
            <a:spLocks noGrp="1"/>
          </p:cNvSpPr>
          <p:nvPr/>
        </p:nvSpPr>
        <p:spPr>
          <a:xfrm>
            <a:off x="6586845" y="1494949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A478581-A4E9-47CA-B2DB-419CF2136C84}"/>
              </a:ext>
            </a:extLst>
          </p:cNvPr>
          <p:cNvSpPr>
            <a:spLocks noGrp="1"/>
          </p:cNvSpPr>
          <p:nvPr/>
        </p:nvSpPr>
        <p:spPr>
          <a:xfrm>
            <a:off x="6687214" y="1569844"/>
            <a:ext cx="172580" cy="221572"/>
          </a:xfrm>
          <a:custGeom>
            <a:avLst/>
            <a:gdLst/>
            <a:ahLst/>
            <a:cxnLst/>
            <a:rect l="0" t="0" r="0" b="0"/>
            <a:pathLst>
              <a:path w="172580" h="221572">
                <a:moveTo>
                  <a:pt x="0" y="221572"/>
                </a:moveTo>
                <a:lnTo>
                  <a:pt x="172580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3EFC6BB-825A-48F1-B299-AF596AF59E4C}"/>
              </a:ext>
            </a:extLst>
          </p:cNvPr>
          <p:cNvSpPr>
            <a:spLocks noGrp="1"/>
          </p:cNvSpPr>
          <p:nvPr/>
        </p:nvSpPr>
        <p:spPr>
          <a:xfrm>
            <a:off x="6834077" y="1544127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45CB420-7CEB-4A3A-BF07-9CEC64B40F28}"/>
              </a:ext>
            </a:extLst>
          </p:cNvPr>
          <p:cNvSpPr>
            <a:spLocks noGrp="1"/>
          </p:cNvSpPr>
          <p:nvPr/>
        </p:nvSpPr>
        <p:spPr>
          <a:xfrm>
            <a:off x="6781775" y="1945017"/>
            <a:ext cx="276265" cy="142537"/>
          </a:xfrm>
          <a:custGeom>
            <a:avLst/>
            <a:gdLst/>
            <a:ahLst/>
            <a:cxnLst/>
            <a:rect l="0" t="0" r="0" b="0"/>
            <a:pathLst>
              <a:path w="276265" h="142537">
                <a:moveTo>
                  <a:pt x="0" y="142537"/>
                </a:moveTo>
                <a:lnTo>
                  <a:pt x="276265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C0E18D8-BE92-4366-AA1B-D61094DD2CF7}"/>
              </a:ext>
            </a:extLst>
          </p:cNvPr>
          <p:cNvSpPr>
            <a:spLocks noGrp="1"/>
          </p:cNvSpPr>
          <p:nvPr/>
        </p:nvSpPr>
        <p:spPr>
          <a:xfrm>
            <a:off x="7058040" y="1666309"/>
            <a:ext cx="34642" cy="278708"/>
          </a:xfrm>
          <a:custGeom>
            <a:avLst/>
            <a:gdLst/>
            <a:ahLst/>
            <a:cxnLst/>
            <a:rect l="0" t="0" r="0" b="0"/>
            <a:pathLst>
              <a:path w="34642" h="278708">
                <a:moveTo>
                  <a:pt x="0" y="278708"/>
                </a:moveTo>
                <a:lnTo>
                  <a:pt x="34642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044F947-A884-4B92-8E62-6CC392070E39}"/>
              </a:ext>
            </a:extLst>
          </p:cNvPr>
          <p:cNvSpPr>
            <a:spLocks noGrp="1"/>
          </p:cNvSpPr>
          <p:nvPr/>
        </p:nvSpPr>
        <p:spPr>
          <a:xfrm>
            <a:off x="7066965" y="1640592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936A094-EA14-4B43-876A-3834DB914F1B}"/>
              </a:ext>
            </a:extLst>
          </p:cNvPr>
          <p:cNvSpPr>
            <a:spLocks noGrp="1"/>
          </p:cNvSpPr>
          <p:nvPr/>
        </p:nvSpPr>
        <p:spPr>
          <a:xfrm>
            <a:off x="7058040" y="1806355"/>
            <a:ext cx="244235" cy="138662"/>
          </a:xfrm>
          <a:custGeom>
            <a:avLst/>
            <a:gdLst/>
            <a:ahLst/>
            <a:cxnLst/>
            <a:rect l="0" t="0" r="0" b="0"/>
            <a:pathLst>
              <a:path w="244235" h="138662">
                <a:moveTo>
                  <a:pt x="0" y="138662"/>
                </a:moveTo>
                <a:lnTo>
                  <a:pt x="244235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4A579CC-0146-4BA1-AAB1-37341FF5A055}"/>
              </a:ext>
            </a:extLst>
          </p:cNvPr>
          <p:cNvSpPr>
            <a:spLocks noGrp="1"/>
          </p:cNvSpPr>
          <p:nvPr/>
        </p:nvSpPr>
        <p:spPr>
          <a:xfrm>
            <a:off x="7276558" y="1780638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E7F4746-B6AB-4E45-85B0-94DA1333E2F6}"/>
              </a:ext>
            </a:extLst>
          </p:cNvPr>
          <p:cNvSpPr>
            <a:spLocks noGrp="1"/>
          </p:cNvSpPr>
          <p:nvPr/>
        </p:nvSpPr>
        <p:spPr>
          <a:xfrm>
            <a:off x="6850225" y="2436650"/>
            <a:ext cx="349096" cy="68451"/>
          </a:xfrm>
          <a:custGeom>
            <a:avLst/>
            <a:gdLst/>
            <a:ahLst/>
            <a:cxnLst/>
            <a:rect l="0" t="0" r="0" b="0"/>
            <a:pathLst>
              <a:path w="349096" h="68451">
                <a:moveTo>
                  <a:pt x="0" y="0"/>
                </a:moveTo>
                <a:lnTo>
                  <a:pt x="349096" y="68451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69E0979-1FFE-42FC-9018-B21F3F3A5631}"/>
              </a:ext>
            </a:extLst>
          </p:cNvPr>
          <p:cNvSpPr>
            <a:spLocks noGrp="1"/>
          </p:cNvSpPr>
          <p:nvPr/>
        </p:nvSpPr>
        <p:spPr>
          <a:xfrm>
            <a:off x="7199321" y="2228835"/>
            <a:ext cx="142537" cy="276265"/>
          </a:xfrm>
          <a:custGeom>
            <a:avLst/>
            <a:gdLst/>
            <a:ahLst/>
            <a:cxnLst/>
            <a:rect l="0" t="0" r="0" b="0"/>
            <a:pathLst>
              <a:path w="142537" h="276265">
                <a:moveTo>
                  <a:pt x="0" y="276265"/>
                </a:moveTo>
                <a:lnTo>
                  <a:pt x="142537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3BF8763-78E5-4866-B386-3BFE1ADFC9D3}"/>
              </a:ext>
            </a:extLst>
          </p:cNvPr>
          <p:cNvSpPr>
            <a:spLocks noGrp="1"/>
          </p:cNvSpPr>
          <p:nvPr/>
        </p:nvSpPr>
        <p:spPr>
          <a:xfrm>
            <a:off x="7341858" y="1984600"/>
            <a:ext cx="138662" cy="244235"/>
          </a:xfrm>
          <a:custGeom>
            <a:avLst/>
            <a:gdLst/>
            <a:ahLst/>
            <a:cxnLst/>
            <a:rect l="0" t="0" r="0" b="0"/>
            <a:pathLst>
              <a:path w="138662" h="244235">
                <a:moveTo>
                  <a:pt x="0" y="244235"/>
                </a:moveTo>
                <a:lnTo>
                  <a:pt x="138662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DF440D5-FED7-45EA-A71E-6F0FEBB7B515}"/>
              </a:ext>
            </a:extLst>
          </p:cNvPr>
          <p:cNvSpPr>
            <a:spLocks noGrp="1"/>
          </p:cNvSpPr>
          <p:nvPr/>
        </p:nvSpPr>
        <p:spPr>
          <a:xfrm>
            <a:off x="7454802" y="1958882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896E92F-68B3-4345-82ED-E9B1293F1521}"/>
              </a:ext>
            </a:extLst>
          </p:cNvPr>
          <p:cNvSpPr>
            <a:spLocks noGrp="1"/>
          </p:cNvSpPr>
          <p:nvPr/>
        </p:nvSpPr>
        <p:spPr>
          <a:xfrm>
            <a:off x="7341858" y="2194193"/>
            <a:ext cx="278708" cy="34642"/>
          </a:xfrm>
          <a:custGeom>
            <a:avLst/>
            <a:gdLst/>
            <a:ahLst/>
            <a:cxnLst/>
            <a:rect l="0" t="0" r="0" b="0"/>
            <a:pathLst>
              <a:path w="278708" h="34642">
                <a:moveTo>
                  <a:pt x="0" y="34642"/>
                </a:moveTo>
                <a:lnTo>
                  <a:pt x="278708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D4D5F8E-F034-4B89-B2B9-C92496D2131D}"/>
              </a:ext>
            </a:extLst>
          </p:cNvPr>
          <p:cNvSpPr>
            <a:spLocks noGrp="1"/>
          </p:cNvSpPr>
          <p:nvPr/>
        </p:nvSpPr>
        <p:spPr>
          <a:xfrm>
            <a:off x="7594848" y="2168475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922D34C-C1FA-4162-B0FC-F78B05CA5321}"/>
              </a:ext>
            </a:extLst>
          </p:cNvPr>
          <p:cNvSpPr>
            <a:spLocks noGrp="1"/>
          </p:cNvSpPr>
          <p:nvPr/>
        </p:nvSpPr>
        <p:spPr>
          <a:xfrm>
            <a:off x="7199321" y="2505100"/>
            <a:ext cx="296138" cy="94560"/>
          </a:xfrm>
          <a:custGeom>
            <a:avLst/>
            <a:gdLst/>
            <a:ahLst/>
            <a:cxnLst/>
            <a:rect l="0" t="0" r="0" b="0"/>
            <a:pathLst>
              <a:path w="296138" h="94560">
                <a:moveTo>
                  <a:pt x="0" y="0"/>
                </a:moveTo>
                <a:lnTo>
                  <a:pt x="296138" y="9456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0EB7E88-692E-4AE4-A66A-887C2DCC6CEA}"/>
              </a:ext>
            </a:extLst>
          </p:cNvPr>
          <p:cNvSpPr>
            <a:spLocks noGrp="1"/>
          </p:cNvSpPr>
          <p:nvPr/>
        </p:nvSpPr>
        <p:spPr>
          <a:xfrm>
            <a:off x="7495459" y="2427080"/>
            <a:ext cx="221572" cy="172580"/>
          </a:xfrm>
          <a:custGeom>
            <a:avLst/>
            <a:gdLst/>
            <a:ahLst/>
            <a:cxnLst/>
            <a:rect l="0" t="0" r="0" b="0"/>
            <a:pathLst>
              <a:path w="221572" h="172580">
                <a:moveTo>
                  <a:pt x="0" y="172580"/>
                </a:moveTo>
                <a:lnTo>
                  <a:pt x="221572" y="0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ADAD239-12B8-4493-BE45-4EFFDD7F91B6}"/>
              </a:ext>
            </a:extLst>
          </p:cNvPr>
          <p:cNvSpPr>
            <a:spLocks noGrp="1"/>
          </p:cNvSpPr>
          <p:nvPr/>
        </p:nvSpPr>
        <p:spPr>
          <a:xfrm>
            <a:off x="7691313" y="2401363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F781D49-F730-4201-8DEE-E6847378CBD5}"/>
              </a:ext>
            </a:extLst>
          </p:cNvPr>
          <p:cNvSpPr>
            <a:spLocks noGrp="1"/>
          </p:cNvSpPr>
          <p:nvPr/>
        </p:nvSpPr>
        <p:spPr>
          <a:xfrm>
            <a:off x="7495459" y="2599661"/>
            <a:ext cx="270749" cy="74652"/>
          </a:xfrm>
          <a:custGeom>
            <a:avLst/>
            <a:gdLst/>
            <a:ahLst/>
            <a:cxnLst/>
            <a:rect l="0" t="0" r="0" b="0"/>
            <a:pathLst>
              <a:path w="270749" h="74652">
                <a:moveTo>
                  <a:pt x="0" y="0"/>
                </a:moveTo>
                <a:lnTo>
                  <a:pt x="270749" y="74652"/>
                </a:lnTo>
              </a:path>
            </a:pathLst>
          </a:custGeom>
          <a:noFill/>
          <a:ln w="19050">
            <a:solidFill>
              <a:srgbClr val="163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0C40EDA-A463-4E58-BA35-5D87AF875E26}"/>
              </a:ext>
            </a:extLst>
          </p:cNvPr>
          <p:cNvSpPr>
            <a:spLocks noGrp="1"/>
          </p:cNvSpPr>
          <p:nvPr/>
        </p:nvSpPr>
        <p:spPr>
          <a:xfrm>
            <a:off x="7740491" y="2648595"/>
            <a:ext cx="51435" cy="51435"/>
          </a:xfrm>
          <a:prstGeom prst="ellipse">
            <a:avLst/>
          </a:prstGeom>
          <a:solidFill>
            <a:srgbClr val="163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-58">
            <a:extLst>
              <a:ext uri="{FF2B5EF4-FFF2-40B4-BE49-F238E27FC236}">
                <a16:creationId xmlns:a16="http://schemas.microsoft.com/office/drawing/2014/main" id="{E1B75B1F-2264-4A46-A97D-FC3CACEC6510}"/>
              </a:ext>
            </a:extLst>
          </p:cNvPr>
          <p:cNvSpPr>
            <a:spLocks noGrp="1"/>
          </p:cNvSpPr>
          <p:nvPr/>
        </p:nvSpPr>
        <p:spPr>
          <a:xfrm>
            <a:off x="6477000" y="2800350"/>
            <a:ext cx="19050" cy="2571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842D991-2769-4FD1-B7E0-A058CA20EF03}"/>
              </a:ext>
            </a:extLst>
          </p:cNvPr>
          <p:cNvSpPr>
            <a:spLocks noGrp="1"/>
          </p:cNvSpPr>
          <p:nvPr/>
        </p:nvSpPr>
        <p:spPr>
          <a:xfrm>
            <a:off x="6486525" y="3057525"/>
            <a:ext cx="363700" cy="106525"/>
          </a:xfrm>
          <a:custGeom>
            <a:avLst/>
            <a:gdLst/>
            <a:ahLst/>
            <a:cxnLst/>
            <a:rect l="0" t="0" r="0" b="0"/>
            <a:pathLst>
              <a:path w="363700" h="106525">
                <a:moveTo>
                  <a:pt x="0" y="0"/>
                </a:moveTo>
                <a:lnTo>
                  <a:pt x="363700" y="106525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DF40186-643E-4EB4-AC0A-91EFE501C571}"/>
              </a:ext>
            </a:extLst>
          </p:cNvPr>
          <p:cNvSpPr>
            <a:spLocks noGrp="1"/>
          </p:cNvSpPr>
          <p:nvPr/>
        </p:nvSpPr>
        <p:spPr>
          <a:xfrm>
            <a:off x="6850225" y="3095600"/>
            <a:ext cx="349096" cy="68451"/>
          </a:xfrm>
          <a:custGeom>
            <a:avLst/>
            <a:gdLst/>
            <a:ahLst/>
            <a:cxnLst/>
            <a:rect l="0" t="0" r="0" b="0"/>
            <a:pathLst>
              <a:path w="349096" h="68451">
                <a:moveTo>
                  <a:pt x="0" y="68451"/>
                </a:moveTo>
                <a:lnTo>
                  <a:pt x="349096" y="0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1108CCDD-06FF-45A2-AA6C-D2D2AC300C1E}"/>
              </a:ext>
            </a:extLst>
          </p:cNvPr>
          <p:cNvSpPr>
            <a:spLocks noGrp="1"/>
          </p:cNvSpPr>
          <p:nvPr/>
        </p:nvSpPr>
        <p:spPr>
          <a:xfrm>
            <a:off x="7199321" y="3001039"/>
            <a:ext cx="296138" cy="94560"/>
          </a:xfrm>
          <a:custGeom>
            <a:avLst/>
            <a:gdLst/>
            <a:ahLst/>
            <a:cxnLst/>
            <a:rect l="0" t="0" r="0" b="0"/>
            <a:pathLst>
              <a:path w="296138" h="94560">
                <a:moveTo>
                  <a:pt x="0" y="94560"/>
                </a:moveTo>
                <a:lnTo>
                  <a:pt x="296138" y="0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3838308-303B-4517-A272-2CCD1B7700B2}"/>
              </a:ext>
            </a:extLst>
          </p:cNvPr>
          <p:cNvSpPr>
            <a:spLocks noGrp="1"/>
          </p:cNvSpPr>
          <p:nvPr/>
        </p:nvSpPr>
        <p:spPr>
          <a:xfrm>
            <a:off x="7495459" y="2926388"/>
            <a:ext cx="270749" cy="74652"/>
          </a:xfrm>
          <a:custGeom>
            <a:avLst/>
            <a:gdLst/>
            <a:ahLst/>
            <a:cxnLst/>
            <a:rect l="0" t="0" r="0" b="0"/>
            <a:pathLst>
              <a:path w="270749" h="74652">
                <a:moveTo>
                  <a:pt x="0" y="74652"/>
                </a:moveTo>
                <a:lnTo>
                  <a:pt x="270749" y="0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D8FF1AE-56DB-458B-8412-D70136747968}"/>
              </a:ext>
            </a:extLst>
          </p:cNvPr>
          <p:cNvSpPr>
            <a:spLocks noGrp="1"/>
          </p:cNvSpPr>
          <p:nvPr/>
        </p:nvSpPr>
        <p:spPr>
          <a:xfrm>
            <a:off x="7740491" y="2900670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02E1ABC4-B6D8-461D-AFCF-1548780CC7E0}"/>
              </a:ext>
            </a:extLst>
          </p:cNvPr>
          <p:cNvSpPr>
            <a:spLocks noGrp="1"/>
          </p:cNvSpPr>
          <p:nvPr/>
        </p:nvSpPr>
        <p:spPr>
          <a:xfrm>
            <a:off x="7495459" y="3001039"/>
            <a:ext cx="221572" cy="172580"/>
          </a:xfrm>
          <a:custGeom>
            <a:avLst/>
            <a:gdLst/>
            <a:ahLst/>
            <a:cxnLst/>
            <a:rect l="0" t="0" r="0" b="0"/>
            <a:pathLst>
              <a:path w="221572" h="172580">
                <a:moveTo>
                  <a:pt x="0" y="0"/>
                </a:moveTo>
                <a:lnTo>
                  <a:pt x="221572" y="172580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C27F29E-60D5-42A7-8FAD-5F72139148E2}"/>
              </a:ext>
            </a:extLst>
          </p:cNvPr>
          <p:cNvSpPr>
            <a:spLocks noGrp="1"/>
          </p:cNvSpPr>
          <p:nvPr/>
        </p:nvSpPr>
        <p:spPr>
          <a:xfrm>
            <a:off x="7691313" y="3147902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9DEC6C9D-2BA3-4F74-B971-EA8EE313A94A}"/>
              </a:ext>
            </a:extLst>
          </p:cNvPr>
          <p:cNvSpPr>
            <a:spLocks noGrp="1"/>
          </p:cNvSpPr>
          <p:nvPr/>
        </p:nvSpPr>
        <p:spPr>
          <a:xfrm>
            <a:off x="7199321" y="3095600"/>
            <a:ext cx="142537" cy="276265"/>
          </a:xfrm>
          <a:custGeom>
            <a:avLst/>
            <a:gdLst/>
            <a:ahLst/>
            <a:cxnLst/>
            <a:rect l="0" t="0" r="0" b="0"/>
            <a:pathLst>
              <a:path w="142537" h="276265">
                <a:moveTo>
                  <a:pt x="0" y="0"/>
                </a:moveTo>
                <a:lnTo>
                  <a:pt x="142537" y="276265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317311C9-CB33-443B-A99C-6EB855162E90}"/>
              </a:ext>
            </a:extLst>
          </p:cNvPr>
          <p:cNvSpPr>
            <a:spLocks noGrp="1"/>
          </p:cNvSpPr>
          <p:nvPr/>
        </p:nvSpPr>
        <p:spPr>
          <a:xfrm>
            <a:off x="7341858" y="3371865"/>
            <a:ext cx="278708" cy="34642"/>
          </a:xfrm>
          <a:custGeom>
            <a:avLst/>
            <a:gdLst/>
            <a:ahLst/>
            <a:cxnLst/>
            <a:rect l="0" t="0" r="0" b="0"/>
            <a:pathLst>
              <a:path w="278708" h="34642">
                <a:moveTo>
                  <a:pt x="0" y="0"/>
                </a:moveTo>
                <a:lnTo>
                  <a:pt x="278708" y="34642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4A623B6-9650-4B38-ADB2-E36B6ABC1FB4}"/>
              </a:ext>
            </a:extLst>
          </p:cNvPr>
          <p:cNvSpPr>
            <a:spLocks noGrp="1"/>
          </p:cNvSpPr>
          <p:nvPr/>
        </p:nvSpPr>
        <p:spPr>
          <a:xfrm>
            <a:off x="7594848" y="3380790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408BB57-70DB-4C27-810B-DC378CF58614}"/>
              </a:ext>
            </a:extLst>
          </p:cNvPr>
          <p:cNvSpPr>
            <a:spLocks noGrp="1"/>
          </p:cNvSpPr>
          <p:nvPr/>
        </p:nvSpPr>
        <p:spPr>
          <a:xfrm>
            <a:off x="7341858" y="3371865"/>
            <a:ext cx="138662" cy="244235"/>
          </a:xfrm>
          <a:custGeom>
            <a:avLst/>
            <a:gdLst/>
            <a:ahLst/>
            <a:cxnLst/>
            <a:rect l="0" t="0" r="0" b="0"/>
            <a:pathLst>
              <a:path w="138662" h="244235">
                <a:moveTo>
                  <a:pt x="0" y="0"/>
                </a:moveTo>
                <a:lnTo>
                  <a:pt x="138662" y="244235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296069C-05E2-45C7-953D-31D15D7D2E87}"/>
              </a:ext>
            </a:extLst>
          </p:cNvPr>
          <p:cNvSpPr>
            <a:spLocks noGrp="1"/>
          </p:cNvSpPr>
          <p:nvPr/>
        </p:nvSpPr>
        <p:spPr>
          <a:xfrm>
            <a:off x="7454802" y="3590383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2C4CCE31-FAFB-47B0-8997-5449ACE21F39}"/>
              </a:ext>
            </a:extLst>
          </p:cNvPr>
          <p:cNvSpPr>
            <a:spLocks noGrp="1"/>
          </p:cNvSpPr>
          <p:nvPr/>
        </p:nvSpPr>
        <p:spPr>
          <a:xfrm>
            <a:off x="6781775" y="3164050"/>
            <a:ext cx="68451" cy="349096"/>
          </a:xfrm>
          <a:custGeom>
            <a:avLst/>
            <a:gdLst/>
            <a:ahLst/>
            <a:cxnLst/>
            <a:rect l="0" t="0" r="0" b="0"/>
            <a:pathLst>
              <a:path w="68451" h="349096">
                <a:moveTo>
                  <a:pt x="68451" y="0"/>
                </a:moveTo>
                <a:lnTo>
                  <a:pt x="0" y="349096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E858E274-439F-4485-BA53-C65A0A3D54B2}"/>
              </a:ext>
            </a:extLst>
          </p:cNvPr>
          <p:cNvSpPr>
            <a:spLocks noGrp="1"/>
          </p:cNvSpPr>
          <p:nvPr/>
        </p:nvSpPr>
        <p:spPr>
          <a:xfrm>
            <a:off x="6781775" y="3513146"/>
            <a:ext cx="276265" cy="142537"/>
          </a:xfrm>
          <a:custGeom>
            <a:avLst/>
            <a:gdLst/>
            <a:ahLst/>
            <a:cxnLst/>
            <a:rect l="0" t="0" r="0" b="0"/>
            <a:pathLst>
              <a:path w="276265" h="142537">
                <a:moveTo>
                  <a:pt x="0" y="0"/>
                </a:moveTo>
                <a:lnTo>
                  <a:pt x="276265" y="142537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BCF2CDB-0B8A-4EC7-BA1D-B06C8021B7D7}"/>
              </a:ext>
            </a:extLst>
          </p:cNvPr>
          <p:cNvSpPr>
            <a:spLocks noGrp="1"/>
          </p:cNvSpPr>
          <p:nvPr/>
        </p:nvSpPr>
        <p:spPr>
          <a:xfrm>
            <a:off x="7058040" y="3655683"/>
            <a:ext cx="244235" cy="138662"/>
          </a:xfrm>
          <a:custGeom>
            <a:avLst/>
            <a:gdLst/>
            <a:ahLst/>
            <a:cxnLst/>
            <a:rect l="0" t="0" r="0" b="0"/>
            <a:pathLst>
              <a:path w="244235" h="138662">
                <a:moveTo>
                  <a:pt x="0" y="0"/>
                </a:moveTo>
                <a:lnTo>
                  <a:pt x="244235" y="138662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BB7E450-2717-4CE1-A923-69D8F08600C3}"/>
              </a:ext>
            </a:extLst>
          </p:cNvPr>
          <p:cNvSpPr>
            <a:spLocks noGrp="1"/>
          </p:cNvSpPr>
          <p:nvPr/>
        </p:nvSpPr>
        <p:spPr>
          <a:xfrm>
            <a:off x="7276558" y="3768627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76CDBA4-94D3-4EC7-8514-5CCFA7710620}"/>
              </a:ext>
            </a:extLst>
          </p:cNvPr>
          <p:cNvSpPr>
            <a:spLocks noGrp="1"/>
          </p:cNvSpPr>
          <p:nvPr/>
        </p:nvSpPr>
        <p:spPr>
          <a:xfrm>
            <a:off x="7058040" y="3655683"/>
            <a:ext cx="34642" cy="278708"/>
          </a:xfrm>
          <a:custGeom>
            <a:avLst/>
            <a:gdLst/>
            <a:ahLst/>
            <a:cxnLst/>
            <a:rect l="0" t="0" r="0" b="0"/>
            <a:pathLst>
              <a:path w="34642" h="278708">
                <a:moveTo>
                  <a:pt x="0" y="0"/>
                </a:moveTo>
                <a:lnTo>
                  <a:pt x="34642" y="278708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DD8E2E5-3732-4A94-8CE4-5756B1101E0F}"/>
              </a:ext>
            </a:extLst>
          </p:cNvPr>
          <p:cNvSpPr>
            <a:spLocks noGrp="1"/>
          </p:cNvSpPr>
          <p:nvPr/>
        </p:nvSpPr>
        <p:spPr>
          <a:xfrm>
            <a:off x="7066965" y="3908673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E11E3B8A-72BE-4A33-8092-C5C5D4D7F088}"/>
              </a:ext>
            </a:extLst>
          </p:cNvPr>
          <p:cNvSpPr>
            <a:spLocks noGrp="1"/>
          </p:cNvSpPr>
          <p:nvPr/>
        </p:nvSpPr>
        <p:spPr>
          <a:xfrm>
            <a:off x="6687214" y="3513146"/>
            <a:ext cx="94560" cy="296138"/>
          </a:xfrm>
          <a:custGeom>
            <a:avLst/>
            <a:gdLst/>
            <a:ahLst/>
            <a:cxnLst/>
            <a:rect l="0" t="0" r="0" b="0"/>
            <a:pathLst>
              <a:path w="94560" h="296138">
                <a:moveTo>
                  <a:pt x="94560" y="0"/>
                </a:moveTo>
                <a:lnTo>
                  <a:pt x="0" y="296138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C6B1DDA3-2379-404A-9D56-67BD656F7CBE}"/>
              </a:ext>
            </a:extLst>
          </p:cNvPr>
          <p:cNvSpPr>
            <a:spLocks noGrp="1"/>
          </p:cNvSpPr>
          <p:nvPr/>
        </p:nvSpPr>
        <p:spPr>
          <a:xfrm>
            <a:off x="6687214" y="3809284"/>
            <a:ext cx="172580" cy="221572"/>
          </a:xfrm>
          <a:custGeom>
            <a:avLst/>
            <a:gdLst/>
            <a:ahLst/>
            <a:cxnLst/>
            <a:rect l="0" t="0" r="0" b="0"/>
            <a:pathLst>
              <a:path w="172580" h="221572">
                <a:moveTo>
                  <a:pt x="0" y="0"/>
                </a:moveTo>
                <a:lnTo>
                  <a:pt x="172580" y="221572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7FE82AE-6CE3-4FBB-BEF1-311C915EE8F5}"/>
              </a:ext>
            </a:extLst>
          </p:cNvPr>
          <p:cNvSpPr>
            <a:spLocks noGrp="1"/>
          </p:cNvSpPr>
          <p:nvPr/>
        </p:nvSpPr>
        <p:spPr>
          <a:xfrm>
            <a:off x="6834077" y="4005138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C3DCA29-6709-47B4-9629-C5F121ABBB7C}"/>
              </a:ext>
            </a:extLst>
          </p:cNvPr>
          <p:cNvSpPr>
            <a:spLocks noGrp="1"/>
          </p:cNvSpPr>
          <p:nvPr/>
        </p:nvSpPr>
        <p:spPr>
          <a:xfrm>
            <a:off x="6612563" y="3809284"/>
            <a:ext cx="74652" cy="270749"/>
          </a:xfrm>
          <a:custGeom>
            <a:avLst/>
            <a:gdLst/>
            <a:ahLst/>
            <a:cxnLst/>
            <a:rect l="0" t="0" r="0" b="0"/>
            <a:pathLst>
              <a:path w="74652" h="270749">
                <a:moveTo>
                  <a:pt x="74652" y="0"/>
                </a:moveTo>
                <a:lnTo>
                  <a:pt x="0" y="270749"/>
                </a:lnTo>
              </a:path>
            </a:pathLst>
          </a:custGeom>
          <a:noFill/>
          <a:ln w="19050">
            <a:solidFill>
              <a:srgbClr val="AF7B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EF36F7B-D69C-4675-A4C9-9EC1E42F43CF}"/>
              </a:ext>
            </a:extLst>
          </p:cNvPr>
          <p:cNvSpPr>
            <a:spLocks noGrp="1"/>
          </p:cNvSpPr>
          <p:nvPr/>
        </p:nvSpPr>
        <p:spPr>
          <a:xfrm>
            <a:off x="6586845" y="4054316"/>
            <a:ext cx="51435" cy="51435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6E1C0D54-44C0-4FEE-AA7A-30E392D8994A}"/>
              </a:ext>
            </a:extLst>
          </p:cNvPr>
          <p:cNvSpPr>
            <a:spLocks noGrp="1"/>
          </p:cNvSpPr>
          <p:nvPr/>
        </p:nvSpPr>
        <p:spPr>
          <a:xfrm>
            <a:off x="6122825" y="3057525"/>
            <a:ext cx="363700" cy="106525"/>
          </a:xfrm>
          <a:custGeom>
            <a:avLst/>
            <a:gdLst/>
            <a:ahLst/>
            <a:cxnLst/>
            <a:rect l="0" t="0" r="0" b="0"/>
            <a:pathLst>
              <a:path w="363700" h="106525">
                <a:moveTo>
                  <a:pt x="363700" y="0"/>
                </a:moveTo>
                <a:lnTo>
                  <a:pt x="0" y="106525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060206B6-44F1-4685-848E-0151A285D8C8}"/>
              </a:ext>
            </a:extLst>
          </p:cNvPr>
          <p:cNvSpPr>
            <a:spLocks noGrp="1"/>
          </p:cNvSpPr>
          <p:nvPr/>
        </p:nvSpPr>
        <p:spPr>
          <a:xfrm>
            <a:off x="6122825" y="3164050"/>
            <a:ext cx="68451" cy="349096"/>
          </a:xfrm>
          <a:custGeom>
            <a:avLst/>
            <a:gdLst/>
            <a:ahLst/>
            <a:cxnLst/>
            <a:rect l="0" t="0" r="0" b="0"/>
            <a:pathLst>
              <a:path w="68451" h="349096">
                <a:moveTo>
                  <a:pt x="0" y="0"/>
                </a:moveTo>
                <a:lnTo>
                  <a:pt x="68451" y="349096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CC6D8F9-2AD1-47A1-8311-13BB5FE90BAB}"/>
              </a:ext>
            </a:extLst>
          </p:cNvPr>
          <p:cNvSpPr>
            <a:spLocks noGrp="1"/>
          </p:cNvSpPr>
          <p:nvPr/>
        </p:nvSpPr>
        <p:spPr>
          <a:xfrm>
            <a:off x="6191275" y="3513146"/>
            <a:ext cx="94560" cy="296138"/>
          </a:xfrm>
          <a:custGeom>
            <a:avLst/>
            <a:gdLst/>
            <a:ahLst/>
            <a:cxnLst/>
            <a:rect l="0" t="0" r="0" b="0"/>
            <a:pathLst>
              <a:path w="94560" h="296138">
                <a:moveTo>
                  <a:pt x="0" y="0"/>
                </a:moveTo>
                <a:lnTo>
                  <a:pt x="94560" y="296138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0BE7B675-042A-4295-8F11-8F741D8D9943}"/>
              </a:ext>
            </a:extLst>
          </p:cNvPr>
          <p:cNvSpPr>
            <a:spLocks noGrp="1"/>
          </p:cNvSpPr>
          <p:nvPr/>
        </p:nvSpPr>
        <p:spPr>
          <a:xfrm>
            <a:off x="6285836" y="3809284"/>
            <a:ext cx="74652" cy="270749"/>
          </a:xfrm>
          <a:custGeom>
            <a:avLst/>
            <a:gdLst/>
            <a:ahLst/>
            <a:cxnLst/>
            <a:rect l="0" t="0" r="0" b="0"/>
            <a:pathLst>
              <a:path w="74652" h="270749">
                <a:moveTo>
                  <a:pt x="0" y="0"/>
                </a:moveTo>
                <a:lnTo>
                  <a:pt x="74652" y="270749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71EDA9D-8CFF-426D-8DD8-92F7A2ABDD84}"/>
              </a:ext>
            </a:extLst>
          </p:cNvPr>
          <p:cNvSpPr>
            <a:spLocks noGrp="1"/>
          </p:cNvSpPr>
          <p:nvPr/>
        </p:nvSpPr>
        <p:spPr>
          <a:xfrm>
            <a:off x="6334770" y="4054316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74DD442-7B9B-454B-9CFE-C73628CF443E}"/>
              </a:ext>
            </a:extLst>
          </p:cNvPr>
          <p:cNvSpPr>
            <a:spLocks noGrp="1"/>
          </p:cNvSpPr>
          <p:nvPr/>
        </p:nvSpPr>
        <p:spPr>
          <a:xfrm>
            <a:off x="6113255" y="3809284"/>
            <a:ext cx="172580" cy="221572"/>
          </a:xfrm>
          <a:custGeom>
            <a:avLst/>
            <a:gdLst/>
            <a:ahLst/>
            <a:cxnLst/>
            <a:rect l="0" t="0" r="0" b="0"/>
            <a:pathLst>
              <a:path w="172580" h="221572">
                <a:moveTo>
                  <a:pt x="172580" y="0"/>
                </a:moveTo>
                <a:lnTo>
                  <a:pt x="0" y="221572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C00C37A-78F1-43F0-858B-E7AA7A2A657B}"/>
              </a:ext>
            </a:extLst>
          </p:cNvPr>
          <p:cNvSpPr>
            <a:spLocks noGrp="1"/>
          </p:cNvSpPr>
          <p:nvPr/>
        </p:nvSpPr>
        <p:spPr>
          <a:xfrm>
            <a:off x="6087538" y="4005138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0F3F569C-4A5F-4712-8145-F45CE6CF0B76}"/>
              </a:ext>
            </a:extLst>
          </p:cNvPr>
          <p:cNvSpPr>
            <a:spLocks noGrp="1"/>
          </p:cNvSpPr>
          <p:nvPr/>
        </p:nvSpPr>
        <p:spPr>
          <a:xfrm>
            <a:off x="5915010" y="3513146"/>
            <a:ext cx="276265" cy="142537"/>
          </a:xfrm>
          <a:custGeom>
            <a:avLst/>
            <a:gdLst/>
            <a:ahLst/>
            <a:cxnLst/>
            <a:rect l="0" t="0" r="0" b="0"/>
            <a:pathLst>
              <a:path w="276265" h="142537">
                <a:moveTo>
                  <a:pt x="276265" y="0"/>
                </a:moveTo>
                <a:lnTo>
                  <a:pt x="0" y="142537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72608ACC-5904-4302-B47C-6F4D432C190D}"/>
              </a:ext>
            </a:extLst>
          </p:cNvPr>
          <p:cNvSpPr>
            <a:spLocks noGrp="1"/>
          </p:cNvSpPr>
          <p:nvPr/>
        </p:nvSpPr>
        <p:spPr>
          <a:xfrm>
            <a:off x="5880368" y="3655683"/>
            <a:ext cx="34642" cy="278708"/>
          </a:xfrm>
          <a:custGeom>
            <a:avLst/>
            <a:gdLst/>
            <a:ahLst/>
            <a:cxnLst/>
            <a:rect l="0" t="0" r="0" b="0"/>
            <a:pathLst>
              <a:path w="34642" h="278708">
                <a:moveTo>
                  <a:pt x="34642" y="0"/>
                </a:moveTo>
                <a:lnTo>
                  <a:pt x="0" y="278708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202907C-1B35-42B9-B878-05F21EAEF64B}"/>
              </a:ext>
            </a:extLst>
          </p:cNvPr>
          <p:cNvSpPr>
            <a:spLocks noGrp="1"/>
          </p:cNvSpPr>
          <p:nvPr/>
        </p:nvSpPr>
        <p:spPr>
          <a:xfrm>
            <a:off x="5854650" y="3908673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2AA535DF-07E4-4BA5-9DDA-7BC98FF2B0A1}"/>
              </a:ext>
            </a:extLst>
          </p:cNvPr>
          <p:cNvSpPr>
            <a:spLocks noGrp="1"/>
          </p:cNvSpPr>
          <p:nvPr/>
        </p:nvSpPr>
        <p:spPr>
          <a:xfrm>
            <a:off x="5670775" y="3655683"/>
            <a:ext cx="244235" cy="138662"/>
          </a:xfrm>
          <a:custGeom>
            <a:avLst/>
            <a:gdLst/>
            <a:ahLst/>
            <a:cxnLst/>
            <a:rect l="0" t="0" r="0" b="0"/>
            <a:pathLst>
              <a:path w="244235" h="138662">
                <a:moveTo>
                  <a:pt x="244235" y="0"/>
                </a:moveTo>
                <a:lnTo>
                  <a:pt x="0" y="138662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61A19DB-E92C-47B9-9794-748CC0DED1CA}"/>
              </a:ext>
            </a:extLst>
          </p:cNvPr>
          <p:cNvSpPr>
            <a:spLocks noGrp="1"/>
          </p:cNvSpPr>
          <p:nvPr/>
        </p:nvSpPr>
        <p:spPr>
          <a:xfrm>
            <a:off x="5645057" y="3768627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88A77C1E-E799-4916-AE58-703F2547B9CF}"/>
              </a:ext>
            </a:extLst>
          </p:cNvPr>
          <p:cNvSpPr>
            <a:spLocks noGrp="1"/>
          </p:cNvSpPr>
          <p:nvPr/>
        </p:nvSpPr>
        <p:spPr>
          <a:xfrm>
            <a:off x="5773729" y="3095600"/>
            <a:ext cx="349096" cy="68451"/>
          </a:xfrm>
          <a:custGeom>
            <a:avLst/>
            <a:gdLst/>
            <a:ahLst/>
            <a:cxnLst/>
            <a:rect l="0" t="0" r="0" b="0"/>
            <a:pathLst>
              <a:path w="349096" h="68451">
                <a:moveTo>
                  <a:pt x="349096" y="68451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36B8F518-AECA-4A1E-A65A-57B2EC7CB7BB}"/>
              </a:ext>
            </a:extLst>
          </p:cNvPr>
          <p:cNvSpPr>
            <a:spLocks noGrp="1"/>
          </p:cNvSpPr>
          <p:nvPr/>
        </p:nvSpPr>
        <p:spPr>
          <a:xfrm>
            <a:off x="5631192" y="3095600"/>
            <a:ext cx="142537" cy="276265"/>
          </a:xfrm>
          <a:custGeom>
            <a:avLst/>
            <a:gdLst/>
            <a:ahLst/>
            <a:cxnLst/>
            <a:rect l="0" t="0" r="0" b="0"/>
            <a:pathLst>
              <a:path w="142537" h="276265">
                <a:moveTo>
                  <a:pt x="142537" y="0"/>
                </a:moveTo>
                <a:lnTo>
                  <a:pt x="0" y="276265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9C19C339-346A-4D9D-92D1-A10FCA42224B}"/>
              </a:ext>
            </a:extLst>
          </p:cNvPr>
          <p:cNvSpPr>
            <a:spLocks noGrp="1"/>
          </p:cNvSpPr>
          <p:nvPr/>
        </p:nvSpPr>
        <p:spPr>
          <a:xfrm>
            <a:off x="5492530" y="3371865"/>
            <a:ext cx="138662" cy="244235"/>
          </a:xfrm>
          <a:custGeom>
            <a:avLst/>
            <a:gdLst/>
            <a:ahLst/>
            <a:cxnLst/>
            <a:rect l="0" t="0" r="0" b="0"/>
            <a:pathLst>
              <a:path w="138662" h="244235">
                <a:moveTo>
                  <a:pt x="138662" y="0"/>
                </a:moveTo>
                <a:lnTo>
                  <a:pt x="0" y="244235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A8B7DDD-EE7E-4570-9733-E08947A566F1}"/>
              </a:ext>
            </a:extLst>
          </p:cNvPr>
          <p:cNvSpPr>
            <a:spLocks noGrp="1"/>
          </p:cNvSpPr>
          <p:nvPr/>
        </p:nvSpPr>
        <p:spPr>
          <a:xfrm>
            <a:off x="5466813" y="3590383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721FC287-A31B-4167-B312-82553FED9172}"/>
              </a:ext>
            </a:extLst>
          </p:cNvPr>
          <p:cNvSpPr>
            <a:spLocks noGrp="1"/>
          </p:cNvSpPr>
          <p:nvPr/>
        </p:nvSpPr>
        <p:spPr>
          <a:xfrm>
            <a:off x="5352484" y="3371865"/>
            <a:ext cx="278708" cy="34642"/>
          </a:xfrm>
          <a:custGeom>
            <a:avLst/>
            <a:gdLst/>
            <a:ahLst/>
            <a:cxnLst/>
            <a:rect l="0" t="0" r="0" b="0"/>
            <a:pathLst>
              <a:path w="278708" h="34642">
                <a:moveTo>
                  <a:pt x="278708" y="0"/>
                </a:moveTo>
                <a:lnTo>
                  <a:pt x="0" y="34642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A018F6A-2BF5-4065-A55B-862448142E36}"/>
              </a:ext>
            </a:extLst>
          </p:cNvPr>
          <p:cNvSpPr>
            <a:spLocks noGrp="1"/>
          </p:cNvSpPr>
          <p:nvPr/>
        </p:nvSpPr>
        <p:spPr>
          <a:xfrm>
            <a:off x="5326767" y="3380790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CA7D88B8-96B4-4AC6-A3AB-0D3CFD773D79}"/>
              </a:ext>
            </a:extLst>
          </p:cNvPr>
          <p:cNvSpPr>
            <a:spLocks noGrp="1"/>
          </p:cNvSpPr>
          <p:nvPr/>
        </p:nvSpPr>
        <p:spPr>
          <a:xfrm>
            <a:off x="5477591" y="3001039"/>
            <a:ext cx="296138" cy="94560"/>
          </a:xfrm>
          <a:custGeom>
            <a:avLst/>
            <a:gdLst/>
            <a:ahLst/>
            <a:cxnLst/>
            <a:rect l="0" t="0" r="0" b="0"/>
            <a:pathLst>
              <a:path w="296138" h="94560">
                <a:moveTo>
                  <a:pt x="296138" y="9456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331C2AEA-31E4-45FF-BC4B-B6B0F32FF079}"/>
              </a:ext>
            </a:extLst>
          </p:cNvPr>
          <p:cNvSpPr>
            <a:spLocks noGrp="1"/>
          </p:cNvSpPr>
          <p:nvPr/>
        </p:nvSpPr>
        <p:spPr>
          <a:xfrm>
            <a:off x="5256019" y="3001039"/>
            <a:ext cx="221572" cy="172580"/>
          </a:xfrm>
          <a:custGeom>
            <a:avLst/>
            <a:gdLst/>
            <a:ahLst/>
            <a:cxnLst/>
            <a:rect l="0" t="0" r="0" b="0"/>
            <a:pathLst>
              <a:path w="221572" h="172580">
                <a:moveTo>
                  <a:pt x="221572" y="0"/>
                </a:moveTo>
                <a:lnTo>
                  <a:pt x="0" y="17258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8DD4CAF5-1837-484A-9721-C11A83998A2B}"/>
              </a:ext>
            </a:extLst>
          </p:cNvPr>
          <p:cNvSpPr>
            <a:spLocks noGrp="1"/>
          </p:cNvSpPr>
          <p:nvPr/>
        </p:nvSpPr>
        <p:spPr>
          <a:xfrm>
            <a:off x="5230302" y="3147902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47E7033-5F8F-4736-BC7F-1225EB6E88DA}"/>
              </a:ext>
            </a:extLst>
          </p:cNvPr>
          <p:cNvSpPr>
            <a:spLocks noGrp="1"/>
          </p:cNvSpPr>
          <p:nvPr/>
        </p:nvSpPr>
        <p:spPr>
          <a:xfrm>
            <a:off x="5206842" y="2926388"/>
            <a:ext cx="270749" cy="74652"/>
          </a:xfrm>
          <a:custGeom>
            <a:avLst/>
            <a:gdLst/>
            <a:ahLst/>
            <a:cxnLst/>
            <a:rect l="0" t="0" r="0" b="0"/>
            <a:pathLst>
              <a:path w="270749" h="74652">
                <a:moveTo>
                  <a:pt x="270749" y="7465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3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5E70C72-C75F-45EF-BA7C-682228C3F150}"/>
              </a:ext>
            </a:extLst>
          </p:cNvPr>
          <p:cNvSpPr>
            <a:spLocks noGrp="1"/>
          </p:cNvSpPr>
          <p:nvPr/>
        </p:nvSpPr>
        <p:spPr>
          <a:xfrm>
            <a:off x="5181124" y="2900670"/>
            <a:ext cx="51435" cy="51435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-Illustrative synthesis">
            <a:extLst>
              <a:ext uri="{FF2B5EF4-FFF2-40B4-BE49-F238E27FC236}">
                <a16:creationId xmlns:a16="http://schemas.microsoft.com/office/drawing/2014/main" id="{4ACF50E2-E819-4B51-87F3-5836B251A1A0}"/>
              </a:ext>
            </a:extLst>
          </p:cNvPr>
          <p:cNvSpPr>
            <a:spLocks noGrp="1"/>
          </p:cNvSpPr>
          <p:nvPr/>
        </p:nvSpPr>
        <p:spPr>
          <a:xfrm>
            <a:off x="5610225" y="43053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Illustrative synthesis</a:t>
            </a:r>
          </a:p>
        </p:txBody>
      </p:sp>
      <p:sp>
        <p:nvSpPr>
          <p:cNvPr id="107" name="text-Open Tree of Life • an evolving synthesis, not one universal">
            <a:extLst>
              <a:ext uri="{FF2B5EF4-FFF2-40B4-BE49-F238E27FC236}">
                <a16:creationId xmlns:a16="http://schemas.microsoft.com/office/drawing/2014/main" id="{F4B8BE68-FAAB-4E2D-BBFC-1129967BFF70}"/>
              </a:ext>
            </a:extLst>
          </p:cNvPr>
          <p:cNvSpPr>
            <a:spLocks noGrp="1"/>
          </p:cNvSpPr>
          <p:nvPr/>
        </p:nvSpPr>
        <p:spPr>
          <a:xfrm>
            <a:off x="619125" y="456247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200" b="0" u="sng">
                <a:solidFill>
                  <a:srgbClr val="00796B"/>
                </a:solidFill>
                <a:latin typeface="Arial"/>
                <a:ea typeface="Arial"/>
                <a:cs typeface="Arial"/>
                <a:hlinkClick r:id="rId3"/>
              </a:rPr>
              <a:t>Explore Open Tree of Life: tree.opentreeoflife.org</a:t>
            </a:r>
          </a:p>
        </p:txBody>
      </p:sp>
    </p:spTree>
    <p:extLst>
      <p:ext uri="{BB962C8B-B14F-4D97-AF65-F5344CB8AC3E}">
        <p14:creationId xmlns:p14="http://schemas.microsoft.com/office/powerpoint/2010/main" val="1314869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262C5EB-A966-4AE3-BFD5-87D603BA870D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3751B88-CF66-4012-AFE3-8B9EC0E027B5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BD9EFD8E-E177-4622-B3BE-3EE34CB08F46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Outbreak surveillance">
            <a:extLst>
              <a:ext uri="{FF2B5EF4-FFF2-40B4-BE49-F238E27FC236}">
                <a16:creationId xmlns:a16="http://schemas.microsoft.com/office/drawing/2014/main" id="{D23167E3-C864-4253-AF47-24AAC441461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Outbreak surveillance</a:t>
            </a:r>
          </a:p>
        </p:txBody>
      </p:sp>
      <p:sp>
        <p:nvSpPr>
          <p:cNvPr id="5" name="text-17">
            <a:extLst>
              <a:ext uri="{FF2B5EF4-FFF2-40B4-BE49-F238E27FC236}">
                <a16:creationId xmlns:a16="http://schemas.microsoft.com/office/drawing/2014/main" id="{002BD532-7B52-4175-9689-E84671E950E9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text-Sampled pathogen genomes, colored by collection location">
            <a:extLst>
              <a:ext uri="{FF2B5EF4-FFF2-40B4-BE49-F238E27FC236}">
                <a16:creationId xmlns:a16="http://schemas.microsoft.com/office/drawing/2014/main" id="{C9E9B9EA-E9C2-4489-A8CD-38D27F5B4B7D}"/>
              </a:ext>
            </a:extLst>
          </p:cNvPr>
          <p:cNvSpPr>
            <a:spLocks noGrp="1"/>
          </p:cNvSpPr>
          <p:nvPr/>
        </p:nvSpPr>
        <p:spPr>
          <a:xfrm>
            <a:off x="628650" y="134302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Sampled pathogen genomes, colored by collection location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105EC04A-8A59-40FA-86C1-F2403B081135}"/>
              </a:ext>
            </a:extLst>
          </p:cNvPr>
          <p:cNvSpPr>
            <a:spLocks noGrp="1"/>
          </p:cNvSpPr>
          <p:nvPr/>
        </p:nvSpPr>
        <p:spPr>
          <a:xfrm>
            <a:off x="919163" y="2114550"/>
            <a:ext cx="28575" cy="158115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54D17FD2-3FF4-4C1A-A2A6-2CCC02B83A6C}"/>
              </a:ext>
            </a:extLst>
          </p:cNvPr>
          <p:cNvSpPr>
            <a:spLocks noGrp="1"/>
          </p:cNvSpPr>
          <p:nvPr/>
        </p:nvSpPr>
        <p:spPr>
          <a:xfrm>
            <a:off x="933450" y="2100263"/>
            <a:ext cx="923925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408219A9-FF07-4FB8-AC1E-341534635AA6}"/>
              </a:ext>
            </a:extLst>
          </p:cNvPr>
          <p:cNvSpPr>
            <a:spLocks noGrp="1"/>
          </p:cNvSpPr>
          <p:nvPr/>
        </p:nvSpPr>
        <p:spPr>
          <a:xfrm>
            <a:off x="1843088" y="1905000"/>
            <a:ext cx="28575" cy="4191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C15C13A3-0BDE-47D2-8B0C-58E941453882}"/>
              </a:ext>
            </a:extLst>
          </p:cNvPr>
          <p:cNvSpPr>
            <a:spLocks noGrp="1"/>
          </p:cNvSpPr>
          <p:nvPr/>
        </p:nvSpPr>
        <p:spPr>
          <a:xfrm>
            <a:off x="1857375" y="1893094"/>
            <a:ext cx="2333625" cy="23813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626109-C8BF-4E85-A48B-E34075C24428}"/>
              </a:ext>
            </a:extLst>
          </p:cNvPr>
          <p:cNvSpPr>
            <a:spLocks noGrp="1"/>
          </p:cNvSpPr>
          <p:nvPr/>
        </p:nvSpPr>
        <p:spPr>
          <a:xfrm>
            <a:off x="4133850" y="1847850"/>
            <a:ext cx="114300" cy="1143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-11">
            <a:extLst>
              <a:ext uri="{FF2B5EF4-FFF2-40B4-BE49-F238E27FC236}">
                <a16:creationId xmlns:a16="http://schemas.microsoft.com/office/drawing/2014/main" id="{FA3D0A42-0A40-46DB-B47D-D170D6236BDA}"/>
              </a:ext>
            </a:extLst>
          </p:cNvPr>
          <p:cNvSpPr>
            <a:spLocks noGrp="1"/>
          </p:cNvSpPr>
          <p:nvPr/>
        </p:nvSpPr>
        <p:spPr>
          <a:xfrm>
            <a:off x="1857375" y="2312194"/>
            <a:ext cx="2333625" cy="23813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2EB060-FB78-4D98-BA60-09050C0C7321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114300" cy="1143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-13">
            <a:extLst>
              <a:ext uri="{FF2B5EF4-FFF2-40B4-BE49-F238E27FC236}">
                <a16:creationId xmlns:a16="http://schemas.microsoft.com/office/drawing/2014/main" id="{E25B50B6-2C1C-4872-88A1-9EF2A1A763C1}"/>
              </a:ext>
            </a:extLst>
          </p:cNvPr>
          <p:cNvSpPr>
            <a:spLocks noGrp="1"/>
          </p:cNvSpPr>
          <p:nvPr/>
        </p:nvSpPr>
        <p:spPr>
          <a:xfrm>
            <a:off x="933450" y="2890838"/>
            <a:ext cx="17335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-14">
            <a:extLst>
              <a:ext uri="{FF2B5EF4-FFF2-40B4-BE49-F238E27FC236}">
                <a16:creationId xmlns:a16="http://schemas.microsoft.com/office/drawing/2014/main" id="{9F99A359-2C9D-448A-817F-27B86C8AA1C2}"/>
              </a:ext>
            </a:extLst>
          </p:cNvPr>
          <p:cNvSpPr>
            <a:spLocks noGrp="1"/>
          </p:cNvSpPr>
          <p:nvPr/>
        </p:nvSpPr>
        <p:spPr>
          <a:xfrm>
            <a:off x="2652713" y="2695575"/>
            <a:ext cx="28575" cy="4191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A7C0376F-5ADC-4BC5-87B7-28F0C9720D80}"/>
              </a:ext>
            </a:extLst>
          </p:cNvPr>
          <p:cNvSpPr>
            <a:spLocks noGrp="1"/>
          </p:cNvSpPr>
          <p:nvPr/>
        </p:nvSpPr>
        <p:spPr>
          <a:xfrm>
            <a:off x="2667000" y="2683669"/>
            <a:ext cx="1524000" cy="23813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5705C0-78F0-4255-926D-B4E2AF6F07C3}"/>
              </a:ext>
            </a:extLst>
          </p:cNvPr>
          <p:cNvSpPr>
            <a:spLocks noGrp="1"/>
          </p:cNvSpPr>
          <p:nvPr/>
        </p:nvSpPr>
        <p:spPr>
          <a:xfrm>
            <a:off x="4133850" y="2638425"/>
            <a:ext cx="114300" cy="1143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-17">
            <a:extLst>
              <a:ext uri="{FF2B5EF4-FFF2-40B4-BE49-F238E27FC236}">
                <a16:creationId xmlns:a16="http://schemas.microsoft.com/office/drawing/2014/main" id="{851ED9C9-284B-47D7-84AE-FC1651D1D2B2}"/>
              </a:ext>
            </a:extLst>
          </p:cNvPr>
          <p:cNvSpPr>
            <a:spLocks noGrp="1"/>
          </p:cNvSpPr>
          <p:nvPr/>
        </p:nvSpPr>
        <p:spPr>
          <a:xfrm>
            <a:off x="2667000" y="3102769"/>
            <a:ext cx="1524000" cy="23813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5EF35F-91EF-4FDE-8576-4CC32EEFE580}"/>
              </a:ext>
            </a:extLst>
          </p:cNvPr>
          <p:cNvSpPr>
            <a:spLocks noGrp="1"/>
          </p:cNvSpPr>
          <p:nvPr/>
        </p:nvSpPr>
        <p:spPr>
          <a:xfrm>
            <a:off x="4133850" y="3057525"/>
            <a:ext cx="114300" cy="1143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E12DB000-4B03-4721-93C4-E54309827C19}"/>
              </a:ext>
            </a:extLst>
          </p:cNvPr>
          <p:cNvSpPr>
            <a:spLocks noGrp="1"/>
          </p:cNvSpPr>
          <p:nvPr/>
        </p:nvSpPr>
        <p:spPr>
          <a:xfrm>
            <a:off x="933450" y="3681413"/>
            <a:ext cx="259080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-20">
            <a:extLst>
              <a:ext uri="{FF2B5EF4-FFF2-40B4-BE49-F238E27FC236}">
                <a16:creationId xmlns:a16="http://schemas.microsoft.com/office/drawing/2014/main" id="{BEAA50A5-2EAD-44E1-8763-CAD717A21E6E}"/>
              </a:ext>
            </a:extLst>
          </p:cNvPr>
          <p:cNvSpPr>
            <a:spLocks noGrp="1"/>
          </p:cNvSpPr>
          <p:nvPr/>
        </p:nvSpPr>
        <p:spPr>
          <a:xfrm>
            <a:off x="3509963" y="3486150"/>
            <a:ext cx="28575" cy="4191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1D4A202A-40EA-4489-A396-E8AF0383B365}"/>
              </a:ext>
            </a:extLst>
          </p:cNvPr>
          <p:cNvSpPr>
            <a:spLocks noGrp="1"/>
          </p:cNvSpPr>
          <p:nvPr/>
        </p:nvSpPr>
        <p:spPr>
          <a:xfrm>
            <a:off x="3524250" y="3474244"/>
            <a:ext cx="666750" cy="23813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021483-1C52-4CE5-8841-08A1B3DF12AE}"/>
              </a:ext>
            </a:extLst>
          </p:cNvPr>
          <p:cNvSpPr>
            <a:spLocks noGrp="1"/>
          </p:cNvSpPr>
          <p:nvPr/>
        </p:nvSpPr>
        <p:spPr>
          <a:xfrm>
            <a:off x="4133850" y="3429000"/>
            <a:ext cx="114300" cy="1143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-23">
            <a:extLst>
              <a:ext uri="{FF2B5EF4-FFF2-40B4-BE49-F238E27FC236}">
                <a16:creationId xmlns:a16="http://schemas.microsoft.com/office/drawing/2014/main" id="{B8080A2A-55B2-44BA-841D-32C5A5706382}"/>
              </a:ext>
            </a:extLst>
          </p:cNvPr>
          <p:cNvSpPr>
            <a:spLocks noGrp="1"/>
          </p:cNvSpPr>
          <p:nvPr/>
        </p:nvSpPr>
        <p:spPr>
          <a:xfrm>
            <a:off x="3524250" y="3893344"/>
            <a:ext cx="666750" cy="23813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6FDE4B-E2E2-47C0-8D3C-66CCA3F54A6B}"/>
              </a:ext>
            </a:extLst>
          </p:cNvPr>
          <p:cNvSpPr>
            <a:spLocks noGrp="1"/>
          </p:cNvSpPr>
          <p:nvPr/>
        </p:nvSpPr>
        <p:spPr>
          <a:xfrm>
            <a:off x="4133850" y="3848100"/>
            <a:ext cx="114300" cy="1143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CD62F6B-8C3F-42FE-80BA-E46BBB99606F}"/>
              </a:ext>
            </a:extLst>
          </p:cNvPr>
          <p:cNvSpPr>
            <a:spLocks noGrp="1"/>
          </p:cNvSpPr>
          <p:nvPr/>
        </p:nvSpPr>
        <p:spPr>
          <a:xfrm>
            <a:off x="676275" y="4067175"/>
            <a:ext cx="95250" cy="9525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Location 1">
            <a:extLst>
              <a:ext uri="{FF2B5EF4-FFF2-40B4-BE49-F238E27FC236}">
                <a16:creationId xmlns:a16="http://schemas.microsoft.com/office/drawing/2014/main" id="{A44BF1D2-93A7-476E-B264-AEE638B94B13}"/>
              </a:ext>
            </a:extLst>
          </p:cNvPr>
          <p:cNvSpPr>
            <a:spLocks noGrp="1"/>
          </p:cNvSpPr>
          <p:nvPr/>
        </p:nvSpPr>
        <p:spPr>
          <a:xfrm>
            <a:off x="866775" y="39814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Location 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303E68-A2BB-4F8E-8484-6BFDACB019EA}"/>
              </a:ext>
            </a:extLst>
          </p:cNvPr>
          <p:cNvSpPr>
            <a:spLocks noGrp="1"/>
          </p:cNvSpPr>
          <p:nvPr/>
        </p:nvSpPr>
        <p:spPr>
          <a:xfrm>
            <a:off x="2476500" y="4067175"/>
            <a:ext cx="95250" cy="9525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Location 2">
            <a:extLst>
              <a:ext uri="{FF2B5EF4-FFF2-40B4-BE49-F238E27FC236}">
                <a16:creationId xmlns:a16="http://schemas.microsoft.com/office/drawing/2014/main" id="{189E8CC3-062F-4553-858C-EE5AE3042210}"/>
              </a:ext>
            </a:extLst>
          </p:cNvPr>
          <p:cNvSpPr>
            <a:spLocks noGrp="1"/>
          </p:cNvSpPr>
          <p:nvPr/>
        </p:nvSpPr>
        <p:spPr>
          <a:xfrm>
            <a:off x="2667000" y="39814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Location 2</a:t>
            </a:r>
          </a:p>
        </p:txBody>
      </p:sp>
      <p:sp>
        <p:nvSpPr>
          <p:cNvPr id="30" name="text-Investigate">
            <a:extLst>
              <a:ext uri="{FF2B5EF4-FFF2-40B4-BE49-F238E27FC236}">
                <a16:creationId xmlns:a16="http://schemas.microsoft.com/office/drawing/2014/main" id="{107E21B9-03DF-4E17-8948-9B405AAB38C2}"/>
              </a:ext>
            </a:extLst>
          </p:cNvPr>
          <p:cNvSpPr>
            <a:spLocks noGrp="1"/>
          </p:cNvSpPr>
          <p:nvPr/>
        </p:nvSpPr>
        <p:spPr>
          <a:xfrm>
            <a:off x="5143500" y="1657350"/>
            <a:ext cx="328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31" name="text-Lineages, introductions, spread">
            <a:extLst>
              <a:ext uri="{FF2B5EF4-FFF2-40B4-BE49-F238E27FC236}">
                <a16:creationId xmlns:a16="http://schemas.microsoft.com/office/drawing/2014/main" id="{3E855CD4-F399-43F9-9BA2-282C22D82EAD}"/>
              </a:ext>
            </a:extLst>
          </p:cNvPr>
          <p:cNvSpPr>
            <a:spLocks noGrp="1"/>
          </p:cNvSpPr>
          <p:nvPr/>
        </p:nvSpPr>
        <p:spPr>
          <a:xfrm>
            <a:off x="5143500" y="1981200"/>
            <a:ext cx="3286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Lineages, introductions, spread</a:t>
            </a:r>
          </a:p>
        </p:txBody>
      </p:sp>
      <p:sp>
        <p:nvSpPr>
          <p:cNvPr id="32" name="text-Combine with">
            <a:extLst>
              <a:ext uri="{FF2B5EF4-FFF2-40B4-BE49-F238E27FC236}">
                <a16:creationId xmlns:a16="http://schemas.microsoft.com/office/drawing/2014/main" id="{30AD41EC-37A6-463E-B4AA-8F8410985DFF}"/>
              </a:ext>
            </a:extLst>
          </p:cNvPr>
          <p:cNvSpPr>
            <a:spLocks noGrp="1"/>
          </p:cNvSpPr>
          <p:nvPr/>
        </p:nvSpPr>
        <p:spPr>
          <a:xfrm>
            <a:off x="5143500" y="2552700"/>
            <a:ext cx="328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Combine with</a:t>
            </a:r>
          </a:p>
        </p:txBody>
      </p:sp>
      <p:sp>
        <p:nvSpPr>
          <p:cNvPr id="33" name="text-Sampling dates and epidemiology">
            <a:extLst>
              <a:ext uri="{FF2B5EF4-FFF2-40B4-BE49-F238E27FC236}">
                <a16:creationId xmlns:a16="http://schemas.microsoft.com/office/drawing/2014/main" id="{CD953FF3-05D6-4C45-A642-A7451344690C}"/>
              </a:ext>
            </a:extLst>
          </p:cNvPr>
          <p:cNvSpPr>
            <a:spLocks noGrp="1"/>
          </p:cNvSpPr>
          <p:nvPr/>
        </p:nvSpPr>
        <p:spPr>
          <a:xfrm>
            <a:off x="5143500" y="2876550"/>
            <a:ext cx="3286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Sampling dates and epidemiology</a:t>
            </a:r>
          </a:p>
        </p:txBody>
      </p:sp>
      <p:sp>
        <p:nvSpPr>
          <p:cNvPr id="34" name="text-Distinguish">
            <a:extLst>
              <a:ext uri="{FF2B5EF4-FFF2-40B4-BE49-F238E27FC236}">
                <a16:creationId xmlns:a16="http://schemas.microsoft.com/office/drawing/2014/main" id="{63885EDB-91B5-4DC9-8638-C0F98E3E1FDB}"/>
              </a:ext>
            </a:extLst>
          </p:cNvPr>
          <p:cNvSpPr>
            <a:spLocks noGrp="1"/>
          </p:cNvSpPr>
          <p:nvPr/>
        </p:nvSpPr>
        <p:spPr>
          <a:xfrm>
            <a:off x="5143500" y="3448050"/>
            <a:ext cx="328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Distinguish</a:t>
            </a:r>
          </a:p>
        </p:txBody>
      </p:sp>
      <p:sp>
        <p:nvSpPr>
          <p:cNvPr id="35" name="text-Phylogeny from direct transmission">
            <a:extLst>
              <a:ext uri="{FF2B5EF4-FFF2-40B4-BE49-F238E27FC236}">
                <a16:creationId xmlns:a16="http://schemas.microsoft.com/office/drawing/2014/main" id="{8DFA3CB6-474D-4FC4-A108-E01851884123}"/>
              </a:ext>
            </a:extLst>
          </p:cNvPr>
          <p:cNvSpPr>
            <a:spLocks noGrp="1"/>
          </p:cNvSpPr>
          <p:nvPr/>
        </p:nvSpPr>
        <p:spPr>
          <a:xfrm>
            <a:off x="5143500" y="3771900"/>
            <a:ext cx="3286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Phylogeny from direct transmission</a:t>
            </a:r>
          </a:p>
        </p:txBody>
      </p:sp>
      <p:sp>
        <p:nvSpPr>
          <p:cNvPr id="36" name="text-Illustrative tree • Nextstrain connects phylogenies with tim">
            <a:extLst>
              <a:ext uri="{FF2B5EF4-FFF2-40B4-BE49-F238E27FC236}">
                <a16:creationId xmlns:a16="http://schemas.microsoft.com/office/drawing/2014/main" id="{9CFA42DD-6F4F-48A9-9616-8E8AC3D80661}"/>
              </a:ext>
            </a:extLst>
          </p:cNvPr>
          <p:cNvSpPr>
            <a:spLocks noGrp="1"/>
          </p:cNvSpPr>
          <p:nvPr/>
        </p:nvSpPr>
        <p:spPr>
          <a:xfrm>
            <a:off x="619125" y="456247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Illustrative tree • Nextstrain connects phylogenies with time and geography</a:t>
            </a:r>
          </a:p>
        </p:txBody>
      </p:sp>
    </p:spTree>
    <p:extLst>
      <p:ext uri="{BB962C8B-B14F-4D97-AF65-F5344CB8AC3E}">
        <p14:creationId xmlns:p14="http://schemas.microsoft.com/office/powerpoint/2010/main" val="554169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2517C14-6FD4-4920-972C-91D31FDB338C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6A45A77-81FA-4EF6-9B4C-84D382E37C99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F395E8F8-6305-4AC9-B78A-EF6FE817D845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Gene evolution and function">
            <a:extLst>
              <a:ext uri="{FF2B5EF4-FFF2-40B4-BE49-F238E27FC236}">
                <a16:creationId xmlns:a16="http://schemas.microsoft.com/office/drawing/2014/main" id="{45BF94D1-A601-4C92-A3DD-D12AA2010A4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Gene evolution and function</a:t>
            </a:r>
          </a:p>
        </p:txBody>
      </p:sp>
      <p:sp>
        <p:nvSpPr>
          <p:cNvPr id="5" name="text-18">
            <a:extLst>
              <a:ext uri="{FF2B5EF4-FFF2-40B4-BE49-F238E27FC236}">
                <a16:creationId xmlns:a16="http://schemas.microsoft.com/office/drawing/2014/main" id="{1B60F205-374D-43F3-8F00-DD59E91C5697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text-Schematic gene family: characterized copies and a new sequen">
            <a:extLst>
              <a:ext uri="{FF2B5EF4-FFF2-40B4-BE49-F238E27FC236}">
                <a16:creationId xmlns:a16="http://schemas.microsoft.com/office/drawing/2014/main" id="{57BA23F3-3711-4382-9A30-5399381FFCAD}"/>
              </a:ext>
            </a:extLst>
          </p:cNvPr>
          <p:cNvSpPr>
            <a:spLocks noGrp="1"/>
          </p:cNvSpPr>
          <p:nvPr/>
        </p:nvSpPr>
        <p:spPr>
          <a:xfrm>
            <a:off x="628650" y="134302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Schematic gene family: characterized copies and a new sequence</a:t>
            </a:r>
          </a:p>
        </p:txBody>
      </p:sp>
      <p:sp>
        <p:nvSpPr>
          <p:cNvPr id="7" name="rect-6">
            <a:extLst>
              <a:ext uri="{FF2B5EF4-FFF2-40B4-BE49-F238E27FC236}">
                <a16:creationId xmlns:a16="http://schemas.microsoft.com/office/drawing/2014/main" id="{606408D3-4120-49D4-8D56-16CAC33488B1}"/>
              </a:ext>
            </a:extLst>
          </p:cNvPr>
          <p:cNvSpPr>
            <a:spLocks noGrp="1"/>
          </p:cNvSpPr>
          <p:nvPr/>
        </p:nvSpPr>
        <p:spPr>
          <a:xfrm>
            <a:off x="950119" y="2933700"/>
            <a:ext cx="23813" cy="190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-7">
            <a:extLst>
              <a:ext uri="{FF2B5EF4-FFF2-40B4-BE49-F238E27FC236}">
                <a16:creationId xmlns:a16="http://schemas.microsoft.com/office/drawing/2014/main" id="{3E207909-2003-4740-8E7F-D302B4F68396}"/>
              </a:ext>
            </a:extLst>
          </p:cNvPr>
          <p:cNvSpPr>
            <a:spLocks noGrp="1"/>
          </p:cNvSpPr>
          <p:nvPr/>
        </p:nvSpPr>
        <p:spPr>
          <a:xfrm>
            <a:off x="947738" y="2362200"/>
            <a:ext cx="28575" cy="1143000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F29B44BB-9FD6-46BB-A680-9EF5D781E6B2}"/>
              </a:ext>
            </a:extLst>
          </p:cNvPr>
          <p:cNvSpPr>
            <a:spLocks noGrp="1"/>
          </p:cNvSpPr>
          <p:nvPr/>
        </p:nvSpPr>
        <p:spPr>
          <a:xfrm>
            <a:off x="790575" y="2919413"/>
            <a:ext cx="171450" cy="28575"/>
          </a:xfrm>
          <a:prstGeom prst="rect">
            <a:avLst/>
          </a:prstGeom>
          <a:solidFill>
            <a:srgbClr val="233A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-9">
            <a:extLst>
              <a:ext uri="{FF2B5EF4-FFF2-40B4-BE49-F238E27FC236}">
                <a16:creationId xmlns:a16="http://schemas.microsoft.com/office/drawing/2014/main" id="{E0E861F4-F024-4D20-BE87-F69029B9D1FC}"/>
              </a:ext>
            </a:extLst>
          </p:cNvPr>
          <p:cNvSpPr>
            <a:spLocks noGrp="1"/>
          </p:cNvSpPr>
          <p:nvPr/>
        </p:nvSpPr>
        <p:spPr>
          <a:xfrm>
            <a:off x="962025" y="2347913"/>
            <a:ext cx="1376744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-10">
            <a:extLst>
              <a:ext uri="{FF2B5EF4-FFF2-40B4-BE49-F238E27FC236}">
                <a16:creationId xmlns:a16="http://schemas.microsoft.com/office/drawing/2014/main" id="{D74C96CE-5BEE-4C01-914E-1818F6F1A89C}"/>
              </a:ext>
            </a:extLst>
          </p:cNvPr>
          <p:cNvSpPr>
            <a:spLocks noGrp="1"/>
          </p:cNvSpPr>
          <p:nvPr/>
        </p:nvSpPr>
        <p:spPr>
          <a:xfrm>
            <a:off x="2324481" y="2076450"/>
            <a:ext cx="28575" cy="571500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026001-33F9-49D1-8CCA-107F0478D6B1}"/>
              </a:ext>
            </a:extLst>
          </p:cNvPr>
          <p:cNvSpPr>
            <a:spLocks noGrp="1"/>
          </p:cNvSpPr>
          <p:nvPr/>
        </p:nvSpPr>
        <p:spPr>
          <a:xfrm>
            <a:off x="2300669" y="232410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-12">
            <a:extLst>
              <a:ext uri="{FF2B5EF4-FFF2-40B4-BE49-F238E27FC236}">
                <a16:creationId xmlns:a16="http://schemas.microsoft.com/office/drawing/2014/main" id="{E3644546-140D-4D55-85FC-BEFA57B319CC}"/>
              </a:ext>
            </a:extLst>
          </p:cNvPr>
          <p:cNvSpPr>
            <a:spLocks noGrp="1"/>
          </p:cNvSpPr>
          <p:nvPr/>
        </p:nvSpPr>
        <p:spPr>
          <a:xfrm>
            <a:off x="2338769" y="2062163"/>
            <a:ext cx="1332167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990376-1C9B-45D0-BE4D-15154C9FC372}"/>
              </a:ext>
            </a:extLst>
          </p:cNvPr>
          <p:cNvSpPr>
            <a:spLocks noGrp="1"/>
          </p:cNvSpPr>
          <p:nvPr/>
        </p:nvSpPr>
        <p:spPr>
          <a:xfrm>
            <a:off x="3632835" y="20383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X1">
            <a:extLst>
              <a:ext uri="{FF2B5EF4-FFF2-40B4-BE49-F238E27FC236}">
                <a16:creationId xmlns:a16="http://schemas.microsoft.com/office/drawing/2014/main" id="{14C287C2-FA14-4F14-913D-19FF77D41232}"/>
              </a:ext>
            </a:extLst>
          </p:cNvPr>
          <p:cNvSpPr>
            <a:spLocks noGrp="1"/>
          </p:cNvSpPr>
          <p:nvPr/>
        </p:nvSpPr>
        <p:spPr>
          <a:xfrm>
            <a:off x="3794760" y="1952625"/>
            <a:ext cx="792099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X1</a:t>
            </a:r>
          </a:p>
        </p:txBody>
      </p:sp>
      <p:sp>
        <p:nvSpPr>
          <p:cNvPr id="16" name="rect-15">
            <a:extLst>
              <a:ext uri="{FF2B5EF4-FFF2-40B4-BE49-F238E27FC236}">
                <a16:creationId xmlns:a16="http://schemas.microsoft.com/office/drawing/2014/main" id="{9FE3ADB4-2EA0-42F0-8815-C83416C31E15}"/>
              </a:ext>
            </a:extLst>
          </p:cNvPr>
          <p:cNvSpPr>
            <a:spLocks noGrp="1"/>
          </p:cNvSpPr>
          <p:nvPr/>
        </p:nvSpPr>
        <p:spPr>
          <a:xfrm>
            <a:off x="2338769" y="2633663"/>
            <a:ext cx="1332167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B0AFD0-63E9-4C69-8B3C-A86BF23D572C}"/>
              </a:ext>
            </a:extLst>
          </p:cNvPr>
          <p:cNvSpPr>
            <a:spLocks noGrp="1"/>
          </p:cNvSpPr>
          <p:nvPr/>
        </p:nvSpPr>
        <p:spPr>
          <a:xfrm>
            <a:off x="3632835" y="2609850"/>
            <a:ext cx="76200" cy="76200"/>
          </a:xfrm>
          <a:prstGeom prst="ellipse">
            <a:avLst/>
          </a:prstGeom>
          <a:solidFill>
            <a:srgbClr val="0079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X?">
            <a:extLst>
              <a:ext uri="{FF2B5EF4-FFF2-40B4-BE49-F238E27FC236}">
                <a16:creationId xmlns:a16="http://schemas.microsoft.com/office/drawing/2014/main" id="{8732B53B-2D3A-41DA-BE46-EF5007E37C51}"/>
              </a:ext>
            </a:extLst>
          </p:cNvPr>
          <p:cNvSpPr>
            <a:spLocks noGrp="1"/>
          </p:cNvSpPr>
          <p:nvPr/>
        </p:nvSpPr>
        <p:spPr>
          <a:xfrm>
            <a:off x="3794760" y="2524125"/>
            <a:ext cx="792099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X?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387FC679-1E97-4681-8B38-CFA444913C82}"/>
              </a:ext>
            </a:extLst>
          </p:cNvPr>
          <p:cNvSpPr>
            <a:spLocks noGrp="1"/>
          </p:cNvSpPr>
          <p:nvPr/>
        </p:nvSpPr>
        <p:spPr>
          <a:xfrm>
            <a:off x="962025" y="3490913"/>
            <a:ext cx="1376744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-19">
            <a:extLst>
              <a:ext uri="{FF2B5EF4-FFF2-40B4-BE49-F238E27FC236}">
                <a16:creationId xmlns:a16="http://schemas.microsoft.com/office/drawing/2014/main" id="{382E3776-B3F1-43A0-A16B-CFC9CB25F0DE}"/>
              </a:ext>
            </a:extLst>
          </p:cNvPr>
          <p:cNvSpPr>
            <a:spLocks noGrp="1"/>
          </p:cNvSpPr>
          <p:nvPr/>
        </p:nvSpPr>
        <p:spPr>
          <a:xfrm>
            <a:off x="2324481" y="3219450"/>
            <a:ext cx="28575" cy="571500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2629F2-D6C0-4F76-B772-2D842FF3E77D}"/>
              </a:ext>
            </a:extLst>
          </p:cNvPr>
          <p:cNvSpPr>
            <a:spLocks noGrp="1"/>
          </p:cNvSpPr>
          <p:nvPr/>
        </p:nvSpPr>
        <p:spPr>
          <a:xfrm>
            <a:off x="2300669" y="346710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-21">
            <a:extLst>
              <a:ext uri="{FF2B5EF4-FFF2-40B4-BE49-F238E27FC236}">
                <a16:creationId xmlns:a16="http://schemas.microsoft.com/office/drawing/2014/main" id="{361DD831-61FC-4735-8F38-0A3E8A7B4203}"/>
              </a:ext>
            </a:extLst>
          </p:cNvPr>
          <p:cNvSpPr>
            <a:spLocks noGrp="1"/>
          </p:cNvSpPr>
          <p:nvPr/>
        </p:nvSpPr>
        <p:spPr>
          <a:xfrm>
            <a:off x="2338769" y="3205163"/>
            <a:ext cx="1332167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29E51A-EBA8-4097-85CF-66ED8375E333}"/>
              </a:ext>
            </a:extLst>
          </p:cNvPr>
          <p:cNvSpPr>
            <a:spLocks noGrp="1"/>
          </p:cNvSpPr>
          <p:nvPr/>
        </p:nvSpPr>
        <p:spPr>
          <a:xfrm>
            <a:off x="3632835" y="31813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Y1">
            <a:extLst>
              <a:ext uri="{FF2B5EF4-FFF2-40B4-BE49-F238E27FC236}">
                <a16:creationId xmlns:a16="http://schemas.microsoft.com/office/drawing/2014/main" id="{2F31373F-CDC9-4B88-959F-63C4CE11B3F2}"/>
              </a:ext>
            </a:extLst>
          </p:cNvPr>
          <p:cNvSpPr>
            <a:spLocks noGrp="1"/>
          </p:cNvSpPr>
          <p:nvPr/>
        </p:nvSpPr>
        <p:spPr>
          <a:xfrm>
            <a:off x="3794760" y="3095625"/>
            <a:ext cx="792099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Y1</a:t>
            </a:r>
          </a:p>
        </p:txBody>
      </p:sp>
      <p:sp>
        <p:nvSpPr>
          <p:cNvPr id="25" name="rect-24">
            <a:extLst>
              <a:ext uri="{FF2B5EF4-FFF2-40B4-BE49-F238E27FC236}">
                <a16:creationId xmlns:a16="http://schemas.microsoft.com/office/drawing/2014/main" id="{35CF59AB-854C-4871-902D-D9C3280A2886}"/>
              </a:ext>
            </a:extLst>
          </p:cNvPr>
          <p:cNvSpPr>
            <a:spLocks noGrp="1"/>
          </p:cNvSpPr>
          <p:nvPr/>
        </p:nvSpPr>
        <p:spPr>
          <a:xfrm>
            <a:off x="2338769" y="3776663"/>
            <a:ext cx="1332167" cy="28575"/>
          </a:xfrm>
          <a:prstGeom prst="rect">
            <a:avLst/>
          </a:prstGeom>
          <a:solidFill>
            <a:srgbClr val="AF7B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DE526F-FABA-4B2E-A7BE-E62BAE87805A}"/>
              </a:ext>
            </a:extLst>
          </p:cNvPr>
          <p:cNvSpPr>
            <a:spLocks noGrp="1"/>
          </p:cNvSpPr>
          <p:nvPr/>
        </p:nvSpPr>
        <p:spPr>
          <a:xfrm>
            <a:off x="3632835" y="3752850"/>
            <a:ext cx="76200" cy="76200"/>
          </a:xfrm>
          <a:prstGeom prst="ellipse">
            <a:avLst/>
          </a:prstGeom>
          <a:solidFill>
            <a:srgbClr val="AF7B5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Y2">
            <a:extLst>
              <a:ext uri="{FF2B5EF4-FFF2-40B4-BE49-F238E27FC236}">
                <a16:creationId xmlns:a16="http://schemas.microsoft.com/office/drawing/2014/main" id="{46DA73B3-E37E-4028-B9FF-AA9B91662208}"/>
              </a:ext>
            </a:extLst>
          </p:cNvPr>
          <p:cNvSpPr>
            <a:spLocks noGrp="1"/>
          </p:cNvSpPr>
          <p:nvPr/>
        </p:nvSpPr>
        <p:spPr>
          <a:xfrm>
            <a:off x="3794760" y="3667125"/>
            <a:ext cx="792099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Y2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F5A415-4C78-4171-A7C6-65B75CC406AE}"/>
              </a:ext>
            </a:extLst>
          </p:cNvPr>
          <p:cNvSpPr>
            <a:spLocks noGrp="1"/>
          </p:cNvSpPr>
          <p:nvPr/>
        </p:nvSpPr>
        <p:spPr>
          <a:xfrm>
            <a:off x="923925" y="2895600"/>
            <a:ext cx="76200" cy="76200"/>
          </a:xfrm>
          <a:prstGeom prst="ellipse">
            <a:avLst/>
          </a:prstGeom>
          <a:solidFill>
            <a:srgbClr val="233A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Place the unknown">
            <a:extLst>
              <a:ext uri="{FF2B5EF4-FFF2-40B4-BE49-F238E27FC236}">
                <a16:creationId xmlns:a16="http://schemas.microsoft.com/office/drawing/2014/main" id="{03936A9D-BABB-466B-A00D-E04EB19E06B7}"/>
              </a:ext>
            </a:extLst>
          </p:cNvPr>
          <p:cNvSpPr>
            <a:spLocks noGrp="1"/>
          </p:cNvSpPr>
          <p:nvPr/>
        </p:nvSpPr>
        <p:spPr>
          <a:xfrm>
            <a:off x="5572125" y="1676400"/>
            <a:ext cx="2867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Place the unknown</a:t>
            </a:r>
          </a:p>
        </p:txBody>
      </p:sp>
      <p:sp>
        <p:nvSpPr>
          <p:cNvPr id="30" name="text-Which gene-family branch contains it?">
            <a:extLst>
              <a:ext uri="{FF2B5EF4-FFF2-40B4-BE49-F238E27FC236}">
                <a16:creationId xmlns:a16="http://schemas.microsoft.com/office/drawing/2014/main" id="{3D81049A-2F22-4B5B-AFBF-595B4B59DA43}"/>
              </a:ext>
            </a:extLst>
          </p:cNvPr>
          <p:cNvSpPr>
            <a:spLocks noGrp="1"/>
          </p:cNvSpPr>
          <p:nvPr/>
        </p:nvSpPr>
        <p:spPr>
          <a:xfrm>
            <a:off x="5572125" y="2000250"/>
            <a:ext cx="28670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Which gene-family branch contains it?</a:t>
            </a:r>
          </a:p>
        </p:txBody>
      </p:sp>
      <p:sp>
        <p:nvSpPr>
          <p:cNvPr id="31" name="text-Interpret duplication">
            <a:extLst>
              <a:ext uri="{FF2B5EF4-FFF2-40B4-BE49-F238E27FC236}">
                <a16:creationId xmlns:a16="http://schemas.microsoft.com/office/drawing/2014/main" id="{66C5C7C6-7561-414B-ADD3-304377F513F2}"/>
              </a:ext>
            </a:extLst>
          </p:cNvPr>
          <p:cNvSpPr>
            <a:spLocks noGrp="1"/>
          </p:cNvSpPr>
          <p:nvPr/>
        </p:nvSpPr>
        <p:spPr>
          <a:xfrm>
            <a:off x="5572125" y="2571750"/>
            <a:ext cx="2867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Interpret duplication</a:t>
            </a:r>
          </a:p>
        </p:txBody>
      </p:sp>
      <p:sp>
        <p:nvSpPr>
          <p:cNvPr id="32" name="text-Related copies can diverge in activity">
            <a:extLst>
              <a:ext uri="{FF2B5EF4-FFF2-40B4-BE49-F238E27FC236}">
                <a16:creationId xmlns:a16="http://schemas.microsoft.com/office/drawing/2014/main" id="{C2E039CD-4CEB-4D70-854C-5BC0E6CDEE27}"/>
              </a:ext>
            </a:extLst>
          </p:cNvPr>
          <p:cNvSpPr>
            <a:spLocks noGrp="1"/>
          </p:cNvSpPr>
          <p:nvPr/>
        </p:nvSpPr>
        <p:spPr>
          <a:xfrm>
            <a:off x="5572125" y="2895600"/>
            <a:ext cx="28670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Related copies can diverge in activity</a:t>
            </a:r>
          </a:p>
        </p:txBody>
      </p:sp>
      <p:sp>
        <p:nvSpPr>
          <p:cNvPr id="33" name="text-Test the hypothesis">
            <a:extLst>
              <a:ext uri="{FF2B5EF4-FFF2-40B4-BE49-F238E27FC236}">
                <a16:creationId xmlns:a16="http://schemas.microsoft.com/office/drawing/2014/main" id="{36457F75-AA92-420D-995D-1A9E8BE95866}"/>
              </a:ext>
            </a:extLst>
          </p:cNvPr>
          <p:cNvSpPr>
            <a:spLocks noGrp="1"/>
          </p:cNvSpPr>
          <p:nvPr/>
        </p:nvSpPr>
        <p:spPr>
          <a:xfrm>
            <a:off x="5572125" y="3467100"/>
            <a:ext cx="2867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Test the hypothesis</a:t>
            </a:r>
          </a:p>
        </p:txBody>
      </p:sp>
      <p:sp>
        <p:nvSpPr>
          <p:cNvPr id="34" name="text-Domains, active sites, experiments">
            <a:extLst>
              <a:ext uri="{FF2B5EF4-FFF2-40B4-BE49-F238E27FC236}">
                <a16:creationId xmlns:a16="http://schemas.microsoft.com/office/drawing/2014/main" id="{B1304AF1-D94D-47D9-B7E6-2C7B5746B855}"/>
              </a:ext>
            </a:extLst>
          </p:cNvPr>
          <p:cNvSpPr>
            <a:spLocks noGrp="1"/>
          </p:cNvSpPr>
          <p:nvPr/>
        </p:nvSpPr>
        <p:spPr>
          <a:xfrm>
            <a:off x="5572125" y="3790950"/>
            <a:ext cx="28670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Domains, active sites, experiments</a:t>
            </a:r>
          </a:p>
        </p:txBody>
      </p:sp>
      <p:sp>
        <p:nvSpPr>
          <p:cNvPr id="35" name="text-X1, Y1, Y2: characterized • X?: new sequence; placement does">
            <a:extLst>
              <a:ext uri="{FF2B5EF4-FFF2-40B4-BE49-F238E27FC236}">
                <a16:creationId xmlns:a16="http://schemas.microsoft.com/office/drawing/2014/main" id="{01C81A77-3DB9-4FCD-8830-468475B413E7}"/>
              </a:ext>
            </a:extLst>
          </p:cNvPr>
          <p:cNvSpPr>
            <a:spLocks noGrp="1"/>
          </p:cNvSpPr>
          <p:nvPr/>
        </p:nvSpPr>
        <p:spPr>
          <a:xfrm>
            <a:off x="619125" y="456247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X1, Y1, Y2: characterized • X?: new sequence; placement does not assay activity</a:t>
            </a:r>
          </a:p>
        </p:txBody>
      </p:sp>
    </p:spTree>
    <p:extLst>
      <p:ext uri="{BB962C8B-B14F-4D97-AF65-F5344CB8AC3E}">
        <p14:creationId xmlns:p14="http://schemas.microsoft.com/office/powerpoint/2010/main" val="894486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5F0F65A-3DFD-47E7-97DC-6CFC2C682584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9A27991-E22E-415D-ACCA-22B4FCD70581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548503FD-AA41-4DC6-A09D-3412FC64D01F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The practical: alignment to Newick">
            <a:extLst>
              <a:ext uri="{FF2B5EF4-FFF2-40B4-BE49-F238E27FC236}">
                <a16:creationId xmlns:a16="http://schemas.microsoft.com/office/drawing/2014/main" id="{BD841B79-0ED4-4F98-B664-D7D9D4AB6B5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The practical: alignment to Newick</a:t>
            </a:r>
          </a:p>
        </p:txBody>
      </p:sp>
      <p:sp>
        <p:nvSpPr>
          <p:cNvPr id="5" name="text-19">
            <a:extLst>
              <a:ext uri="{FF2B5EF4-FFF2-40B4-BE49-F238E27FC236}">
                <a16:creationId xmlns:a16="http://schemas.microsoft.com/office/drawing/2014/main" id="{6CB9EF38-0D4A-4F00-93C5-9FFCE22EF409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heading-1">
            <a:extLst>
              <a:ext uri="{FF2B5EF4-FFF2-40B4-BE49-F238E27FC236}">
                <a16:creationId xmlns:a16="http://schemas.microsoft.com/office/drawing/2014/main" id="{A29D3822-394F-4830-A385-1050426DDAF0}"/>
              </a:ext>
            </a:extLst>
          </p:cNvPr>
          <p:cNvSpPr>
            <a:spLocks noGrp="1"/>
          </p:cNvSpPr>
          <p:nvPr/>
        </p:nvSpPr>
        <p:spPr>
          <a:xfrm>
            <a:off x="628650" y="1609725"/>
            <a:ext cx="1714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-Aligned FASTA">
            <a:extLst>
              <a:ext uri="{FF2B5EF4-FFF2-40B4-BE49-F238E27FC236}">
                <a16:creationId xmlns:a16="http://schemas.microsoft.com/office/drawing/2014/main" id="{0129437C-B298-4BD1-9ECC-BB0AAF0854CE}"/>
              </a:ext>
            </a:extLst>
          </p:cNvPr>
          <p:cNvSpPr>
            <a:spLocks noGrp="1"/>
          </p:cNvSpPr>
          <p:nvPr/>
        </p:nvSpPr>
        <p:spPr>
          <a:xfrm>
            <a:off x="628650" y="2295525"/>
            <a:ext cx="1847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Aligned FASTA</a:t>
            </a:r>
          </a:p>
        </p:txBody>
      </p:sp>
      <p:sp>
        <p:nvSpPr>
          <p:cNvPr id="8" name="text-Comparable regions">
            <a:extLst>
              <a:ext uri="{FF2B5EF4-FFF2-40B4-BE49-F238E27FC236}">
                <a16:creationId xmlns:a16="http://schemas.microsoft.com/office/drawing/2014/main" id="{4ACD6AAC-5C40-4BDC-97AE-203282CC5A01}"/>
              </a:ext>
            </a:extLst>
          </p:cNvPr>
          <p:cNvSpPr>
            <a:spLocks noGrp="1"/>
          </p:cNvSpPr>
          <p:nvPr/>
        </p:nvSpPr>
        <p:spPr>
          <a:xfrm>
            <a:off x="628650" y="3152775"/>
            <a:ext cx="17621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Comparable regions</a:t>
            </a:r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6510B340-B456-4D67-B906-2584CB29AE8C}"/>
              </a:ext>
            </a:extLst>
          </p:cNvPr>
          <p:cNvSpPr>
            <a:spLocks noGrp="1"/>
          </p:cNvSpPr>
          <p:nvPr/>
        </p:nvSpPr>
        <p:spPr>
          <a:xfrm>
            <a:off x="2190750" y="1819275"/>
            <a:ext cx="352425" cy="1905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7AEDC79-04EB-479E-9831-440D49DA8A85}"/>
              </a:ext>
            </a:extLst>
          </p:cNvPr>
          <p:cNvSpPr>
            <a:spLocks noGrp="1"/>
          </p:cNvSpPr>
          <p:nvPr/>
        </p:nvSpPr>
        <p:spPr>
          <a:xfrm>
            <a:off x="2476303" y="1792268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eading-2">
            <a:extLst>
              <a:ext uri="{FF2B5EF4-FFF2-40B4-BE49-F238E27FC236}">
                <a16:creationId xmlns:a16="http://schemas.microsoft.com/office/drawing/2014/main" id="{82B9E6C2-1C67-491C-BF75-4E0AC9C158DB}"/>
              </a:ext>
            </a:extLst>
          </p:cNvPr>
          <p:cNvSpPr>
            <a:spLocks noGrp="1"/>
          </p:cNvSpPr>
          <p:nvPr/>
        </p:nvSpPr>
        <p:spPr>
          <a:xfrm>
            <a:off x="2686050" y="1609725"/>
            <a:ext cx="1714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-Distance matrix">
            <a:extLst>
              <a:ext uri="{FF2B5EF4-FFF2-40B4-BE49-F238E27FC236}">
                <a16:creationId xmlns:a16="http://schemas.microsoft.com/office/drawing/2014/main" id="{1A8A0FEA-B8FD-4B5F-9A04-E21B5521499D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847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Distance matrix</a:t>
            </a:r>
          </a:p>
        </p:txBody>
      </p:sp>
      <p:sp>
        <p:nvSpPr>
          <p:cNvPr id="13" name="text-Check one pair">
            <a:extLst>
              <a:ext uri="{FF2B5EF4-FFF2-40B4-BE49-F238E27FC236}">
                <a16:creationId xmlns:a16="http://schemas.microsoft.com/office/drawing/2014/main" id="{4D8D2E80-3267-42E6-8520-44C7958EA696}"/>
              </a:ext>
            </a:extLst>
          </p:cNvPr>
          <p:cNvSpPr>
            <a:spLocks noGrp="1"/>
          </p:cNvSpPr>
          <p:nvPr/>
        </p:nvSpPr>
        <p:spPr>
          <a:xfrm>
            <a:off x="2686050" y="3152775"/>
            <a:ext cx="17621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Check one pair</a:t>
            </a:r>
          </a:p>
        </p:txBody>
      </p:sp>
      <p:sp>
        <p:nvSpPr>
          <p:cNvPr id="14" name="rect-13">
            <a:extLst>
              <a:ext uri="{FF2B5EF4-FFF2-40B4-BE49-F238E27FC236}">
                <a16:creationId xmlns:a16="http://schemas.microsoft.com/office/drawing/2014/main" id="{14ECF752-C76A-4BCF-9845-FFA91AD78117}"/>
              </a:ext>
            </a:extLst>
          </p:cNvPr>
          <p:cNvSpPr>
            <a:spLocks noGrp="1"/>
          </p:cNvSpPr>
          <p:nvPr/>
        </p:nvSpPr>
        <p:spPr>
          <a:xfrm>
            <a:off x="4248150" y="1819275"/>
            <a:ext cx="352425" cy="1905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5A567EF-D16A-4191-831D-168B562A4057}"/>
              </a:ext>
            </a:extLst>
          </p:cNvPr>
          <p:cNvSpPr>
            <a:spLocks noGrp="1"/>
          </p:cNvSpPr>
          <p:nvPr/>
        </p:nvSpPr>
        <p:spPr>
          <a:xfrm>
            <a:off x="4533703" y="1792268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eading-3">
            <a:extLst>
              <a:ext uri="{FF2B5EF4-FFF2-40B4-BE49-F238E27FC236}">
                <a16:creationId xmlns:a16="http://schemas.microsoft.com/office/drawing/2014/main" id="{2B7E5EAB-370F-493E-8900-F42AAE032B36}"/>
              </a:ext>
            </a:extLst>
          </p:cNvPr>
          <p:cNvSpPr>
            <a:spLocks noGrp="1"/>
          </p:cNvSpPr>
          <p:nvPr/>
        </p:nvSpPr>
        <p:spPr>
          <a:xfrm>
            <a:off x="4743450" y="1609725"/>
            <a:ext cx="1714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-NJ tree">
            <a:extLst>
              <a:ext uri="{FF2B5EF4-FFF2-40B4-BE49-F238E27FC236}">
                <a16:creationId xmlns:a16="http://schemas.microsoft.com/office/drawing/2014/main" id="{B6943F71-441D-4AA2-A004-EF68EFD9BBE5}"/>
              </a:ext>
            </a:extLst>
          </p:cNvPr>
          <p:cNvSpPr>
            <a:spLocks noGrp="1"/>
          </p:cNvSpPr>
          <p:nvPr/>
        </p:nvSpPr>
        <p:spPr>
          <a:xfrm>
            <a:off x="4743450" y="2295525"/>
            <a:ext cx="1847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NJ tree</a:t>
            </a:r>
          </a:p>
        </p:txBody>
      </p:sp>
      <p:sp>
        <p:nvSpPr>
          <p:cNvPr id="18" name="text-Inspect a grouping">
            <a:extLst>
              <a:ext uri="{FF2B5EF4-FFF2-40B4-BE49-F238E27FC236}">
                <a16:creationId xmlns:a16="http://schemas.microsoft.com/office/drawing/2014/main" id="{69B8431C-4DCF-4CF0-885F-451FB2AC6E65}"/>
              </a:ext>
            </a:extLst>
          </p:cNvPr>
          <p:cNvSpPr>
            <a:spLocks noGrp="1"/>
          </p:cNvSpPr>
          <p:nvPr/>
        </p:nvSpPr>
        <p:spPr>
          <a:xfrm>
            <a:off x="4743450" y="3152775"/>
            <a:ext cx="17621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Inspect a grouping</a:t>
            </a:r>
          </a:p>
        </p:txBody>
      </p:sp>
      <p:sp>
        <p:nvSpPr>
          <p:cNvPr id="19" name="rect-18">
            <a:extLst>
              <a:ext uri="{FF2B5EF4-FFF2-40B4-BE49-F238E27FC236}">
                <a16:creationId xmlns:a16="http://schemas.microsoft.com/office/drawing/2014/main" id="{6F39E660-1898-41E1-B2F8-3E57B85F5FCD}"/>
              </a:ext>
            </a:extLst>
          </p:cNvPr>
          <p:cNvSpPr>
            <a:spLocks noGrp="1"/>
          </p:cNvSpPr>
          <p:nvPr/>
        </p:nvSpPr>
        <p:spPr>
          <a:xfrm>
            <a:off x="6305550" y="1819275"/>
            <a:ext cx="352425" cy="1905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CCD9CC-A31A-40B9-8672-C92FACDDF773}"/>
              </a:ext>
            </a:extLst>
          </p:cNvPr>
          <p:cNvSpPr>
            <a:spLocks noGrp="1"/>
          </p:cNvSpPr>
          <p:nvPr/>
        </p:nvSpPr>
        <p:spPr>
          <a:xfrm>
            <a:off x="6591103" y="1792268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heading-4">
            <a:extLst>
              <a:ext uri="{FF2B5EF4-FFF2-40B4-BE49-F238E27FC236}">
                <a16:creationId xmlns:a16="http://schemas.microsoft.com/office/drawing/2014/main" id="{6F97ECCE-0B1A-4BBC-A575-C2B047CD6FE7}"/>
              </a:ext>
            </a:extLst>
          </p:cNvPr>
          <p:cNvSpPr>
            <a:spLocks noGrp="1"/>
          </p:cNvSpPr>
          <p:nvPr/>
        </p:nvSpPr>
        <p:spPr>
          <a:xfrm>
            <a:off x="6800850" y="1609725"/>
            <a:ext cx="1714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AF7B5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7B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-Newick file">
            <a:extLst>
              <a:ext uri="{FF2B5EF4-FFF2-40B4-BE49-F238E27FC236}">
                <a16:creationId xmlns:a16="http://schemas.microsoft.com/office/drawing/2014/main" id="{646BA634-603D-4ED9-88CC-D35C195F06AD}"/>
              </a:ext>
            </a:extLst>
          </p:cNvPr>
          <p:cNvSpPr>
            <a:spLocks noGrp="1"/>
          </p:cNvSpPr>
          <p:nvPr/>
        </p:nvSpPr>
        <p:spPr>
          <a:xfrm>
            <a:off x="6800850" y="2295525"/>
            <a:ext cx="1847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Newick file</a:t>
            </a:r>
          </a:p>
        </p:txBody>
      </p:sp>
      <p:sp>
        <p:nvSpPr>
          <p:cNvPr id="23" name="text-Save the structure">
            <a:extLst>
              <a:ext uri="{FF2B5EF4-FFF2-40B4-BE49-F238E27FC236}">
                <a16:creationId xmlns:a16="http://schemas.microsoft.com/office/drawing/2014/main" id="{2668D62E-D2E3-4083-8528-52DAE659D9DC}"/>
              </a:ext>
            </a:extLst>
          </p:cNvPr>
          <p:cNvSpPr>
            <a:spLocks noGrp="1"/>
          </p:cNvSpPr>
          <p:nvPr/>
        </p:nvSpPr>
        <p:spPr>
          <a:xfrm>
            <a:off x="6800850" y="3152775"/>
            <a:ext cx="17621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Save the structure</a:t>
            </a:r>
          </a:p>
        </p:txBody>
      </p:sp>
      <p:sp>
        <p:nvSpPr>
          <p:cNvPr id="24" name="rect-23">
            <a:extLst>
              <a:ext uri="{FF2B5EF4-FFF2-40B4-BE49-F238E27FC236}">
                <a16:creationId xmlns:a16="http://schemas.microsoft.com/office/drawing/2014/main" id="{13C550FA-88BE-498F-8C10-B6E145945B7F}"/>
              </a:ext>
            </a:extLst>
          </p:cNvPr>
          <p:cNvSpPr>
            <a:spLocks noGrp="1"/>
          </p:cNvSpPr>
          <p:nvPr/>
        </p:nvSpPr>
        <p:spPr>
          <a:xfrm>
            <a:off x="609600" y="4214813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At least four sequences; bootstrap and biological rooting ar">
            <a:extLst>
              <a:ext uri="{FF2B5EF4-FFF2-40B4-BE49-F238E27FC236}">
                <a16:creationId xmlns:a16="http://schemas.microsoft.com/office/drawing/2014/main" id="{F5B91A2E-73BB-445C-9665-3068A557B2B9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7486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At least four sequences; bootstrap and biological rooting are separate steps.</a:t>
            </a:r>
          </a:p>
        </p:txBody>
      </p:sp>
    </p:spTree>
    <p:extLst>
      <p:ext uri="{BB962C8B-B14F-4D97-AF65-F5344CB8AC3E}">
        <p14:creationId xmlns:p14="http://schemas.microsoft.com/office/powerpoint/2010/main" val="1084338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AB9AD7-4CE7-4D37-982D-81EBA22B11DE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1176EFF-BBCF-4084-9F35-820F8BF15074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F556CE44-601F-4773-BDB0-78FBCCBC58BA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Conclusions">
            <a:extLst>
              <a:ext uri="{FF2B5EF4-FFF2-40B4-BE49-F238E27FC236}">
                <a16:creationId xmlns:a16="http://schemas.microsoft.com/office/drawing/2014/main" id="{16D2C0FD-9727-40D6-86D6-1CE7185D356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Conclusions</a:t>
            </a:r>
          </a:p>
        </p:txBody>
      </p:sp>
      <p:sp>
        <p:nvSpPr>
          <p:cNvPr id="5" name="text-20">
            <a:extLst>
              <a:ext uri="{FF2B5EF4-FFF2-40B4-BE49-F238E27FC236}">
                <a16:creationId xmlns:a16="http://schemas.microsoft.com/office/drawing/2014/main" id="{4BE0E3FB-3555-4C20-8512-E17E52CE1015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text-A tree is a hypothesis of ancestry">
            <a:extLst>
              <a:ext uri="{FF2B5EF4-FFF2-40B4-BE49-F238E27FC236}">
                <a16:creationId xmlns:a16="http://schemas.microsoft.com/office/drawing/2014/main" id="{0C93B899-AFB0-4432-86B3-D1F0792E9BA6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7639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A tree is a hypothesis of ancestry</a:t>
            </a:r>
          </a:p>
        </p:txBody>
      </p:sp>
      <p:sp>
        <p:nvSpPr>
          <p:cNvPr id="7" name="text-Topology, genetic lengths, and support answer different ques">
            <a:extLst>
              <a:ext uri="{FF2B5EF4-FFF2-40B4-BE49-F238E27FC236}">
                <a16:creationId xmlns:a16="http://schemas.microsoft.com/office/drawing/2014/main" id="{67054019-732F-4CDC-A81C-E5AF8FD7BC15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7639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Topology, genetic lengths, and support answer different questions.</a:t>
            </a:r>
          </a:p>
        </p:txBody>
      </p:sp>
      <p:sp>
        <p:nvSpPr>
          <p:cNvPr id="8" name="text-Inference starts with the input">
            <a:extLst>
              <a:ext uri="{FF2B5EF4-FFF2-40B4-BE49-F238E27FC236}">
                <a16:creationId xmlns:a16="http://schemas.microsoft.com/office/drawing/2014/main" id="{BAB4ACEF-C692-41B6-B168-DD5309C0F6CB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7639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Inference starts with the input</a:t>
            </a:r>
          </a:p>
        </p:txBody>
      </p:sp>
      <p:sp>
        <p:nvSpPr>
          <p:cNvPr id="9" name="text-Comparable gene copies and aligned positions define the evid">
            <a:extLst>
              <a:ext uri="{FF2B5EF4-FFF2-40B4-BE49-F238E27FC236}">
                <a16:creationId xmlns:a16="http://schemas.microsoft.com/office/drawing/2014/main" id="{EEDDB866-36F6-4A81-8BE2-E1DF6B32ED36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7639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Comparable gene copies and aligned positions define the evidence.</a:t>
            </a:r>
          </a:p>
        </p:txBody>
      </p:sp>
      <p:sp>
        <p:nvSpPr>
          <p:cNvPr id="10" name="text-Use the history to answer a biological question">
            <a:extLst>
              <a:ext uri="{FF2B5EF4-FFF2-40B4-BE49-F238E27FC236}">
                <a16:creationId xmlns:a16="http://schemas.microsoft.com/office/drawing/2014/main" id="{DFECCEA5-8892-4CFD-850D-47B3355B9465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7639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Use the history to answer a biological question</a:t>
            </a:r>
          </a:p>
        </p:txBody>
      </p:sp>
      <p:sp>
        <p:nvSpPr>
          <p:cNvPr id="11" name="text-Biodiversity, pathogen lineages, or the evolution of a gene ">
            <a:extLst>
              <a:ext uri="{FF2B5EF4-FFF2-40B4-BE49-F238E27FC236}">
                <a16:creationId xmlns:a16="http://schemas.microsoft.com/office/drawing/2014/main" id="{EE468FC2-5C17-475A-998D-DB6BE8D70783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7639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Biodiversity, pathogen lineages, or the evolution of a gene family.</a:t>
            </a:r>
          </a:p>
        </p:txBody>
      </p:sp>
    </p:spTree>
    <p:extLst>
      <p:ext uri="{BB962C8B-B14F-4D97-AF65-F5344CB8AC3E}">
        <p14:creationId xmlns:p14="http://schemas.microsoft.com/office/powerpoint/2010/main" val="1301191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AE88B6D-FF2B-4938-BF4D-517A7FAF13B7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62AE3F3-FD87-445A-AF7E-D1E94E74075F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3C2B1D51-1E7A-43FF-9466-5E8867766248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Backup: distance and hidden substitutions">
            <a:extLst>
              <a:ext uri="{FF2B5EF4-FFF2-40B4-BE49-F238E27FC236}">
                <a16:creationId xmlns:a16="http://schemas.microsoft.com/office/drawing/2014/main" id="{2E4EC144-3896-4C9C-B235-B2F3033AFA3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Backup: distance and hidden substitutions</a:t>
            </a:r>
          </a:p>
        </p:txBody>
      </p:sp>
      <p:sp>
        <p:nvSpPr>
          <p:cNvPr id="5" name="text-21">
            <a:extLst>
              <a:ext uri="{FF2B5EF4-FFF2-40B4-BE49-F238E27FC236}">
                <a16:creationId xmlns:a16="http://schemas.microsoft.com/office/drawing/2014/main" id="{90979A26-55EB-438A-9C74-77FD3DB6B9AE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text-Optional detail • outside the main lecture">
            <a:extLst>
              <a:ext uri="{FF2B5EF4-FFF2-40B4-BE49-F238E27FC236}">
                <a16:creationId xmlns:a16="http://schemas.microsoft.com/office/drawing/2014/main" id="{0E63A746-1C96-4971-8B0B-D907C31D34CA}"/>
              </a:ext>
            </a:extLst>
          </p:cNvPr>
          <p:cNvSpPr>
            <a:spLocks noGrp="1"/>
          </p:cNvSpPr>
          <p:nvPr/>
        </p:nvSpPr>
        <p:spPr>
          <a:xfrm>
            <a:off x="628650" y="130492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Optional detail • outside the main lecture</a:t>
            </a:r>
          </a:p>
        </p:txBody>
      </p:sp>
      <p:sp>
        <p:nvSpPr>
          <p:cNvPr id="7" name="text-Observed mismatch fraction">
            <a:extLst>
              <a:ext uri="{FF2B5EF4-FFF2-40B4-BE49-F238E27FC236}">
                <a16:creationId xmlns:a16="http://schemas.microsoft.com/office/drawing/2014/main" id="{C78FE63A-F614-44C6-BBD8-7CE2325C2294}"/>
              </a:ext>
            </a:extLst>
          </p:cNvPr>
          <p:cNvSpPr>
            <a:spLocks noGrp="1"/>
          </p:cNvSpPr>
          <p:nvPr/>
        </p:nvSpPr>
        <p:spPr>
          <a:xfrm>
            <a:off x="628650" y="1933575"/>
            <a:ext cx="371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Observed mismatch fraction</a:t>
            </a:r>
          </a:p>
        </p:txBody>
      </p:sp>
      <p:sp>
        <p:nvSpPr>
          <p:cNvPr id="8" name="heading-p = 0.25">
            <a:extLst>
              <a:ext uri="{FF2B5EF4-FFF2-40B4-BE49-F238E27FC236}">
                <a16:creationId xmlns:a16="http://schemas.microsoft.com/office/drawing/2014/main" id="{16C3063B-6765-4E57-9D6D-C3798464FC22}"/>
              </a:ext>
            </a:extLst>
          </p:cNvPr>
          <p:cNvSpPr>
            <a:spLocks noGrp="1"/>
          </p:cNvSpPr>
          <p:nvPr/>
        </p:nvSpPr>
        <p:spPr>
          <a:xfrm>
            <a:off x="628650" y="2543175"/>
            <a:ext cx="3524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p = 0.25</a:t>
            </a:r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A495637D-8AC7-4F49-9A0C-4D9C72787F24}"/>
              </a:ext>
            </a:extLst>
          </p:cNvPr>
          <p:cNvSpPr>
            <a:spLocks noGrp="1"/>
          </p:cNvSpPr>
          <p:nvPr/>
        </p:nvSpPr>
        <p:spPr>
          <a:xfrm>
            <a:off x="3962400" y="2684145"/>
            <a:ext cx="781050" cy="22860"/>
          </a:xfrm>
          <a:prstGeom prst="rect">
            <a:avLst/>
          </a:pr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768FF0-0DDA-4DC2-A1E6-1CCC7DF01543}"/>
              </a:ext>
            </a:extLst>
          </p:cNvPr>
          <p:cNvSpPr>
            <a:spLocks noGrp="1"/>
          </p:cNvSpPr>
          <p:nvPr/>
        </p:nvSpPr>
        <p:spPr>
          <a:xfrm>
            <a:off x="4676578" y="2659043"/>
            <a:ext cx="66872" cy="73064"/>
          </a:xfrm>
          <a:custGeom>
            <a:avLst/>
            <a:gdLst/>
            <a:ahLst/>
            <a:cxnLst/>
            <a:rect l="0" t="0" r="0" b="0"/>
            <a:pathLst>
              <a:path w="66872" h="73064">
                <a:moveTo>
                  <a:pt x="66872" y="36532"/>
                </a:moveTo>
                <a:lnTo>
                  <a:pt x="0" y="73064"/>
                </a:lnTo>
                <a:lnTo>
                  <a:pt x="0" y="0"/>
                </a:lnTo>
                <a:close/>
              </a:path>
            </a:pathLst>
          </a:custGeom>
          <a:solidFill>
            <a:srgbClr val="6977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-Jukes–Cantor estimate">
            <a:extLst>
              <a:ext uri="{FF2B5EF4-FFF2-40B4-BE49-F238E27FC236}">
                <a16:creationId xmlns:a16="http://schemas.microsoft.com/office/drawing/2014/main" id="{F499CE10-F2F5-44B3-8BCF-F5265CA9B2A5}"/>
              </a:ext>
            </a:extLst>
          </p:cNvPr>
          <p:cNvSpPr>
            <a:spLocks noGrp="1"/>
          </p:cNvSpPr>
          <p:nvPr/>
        </p:nvSpPr>
        <p:spPr>
          <a:xfrm>
            <a:off x="5095875" y="1933575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Jukes–Cantor estimate</a:t>
            </a:r>
          </a:p>
        </p:txBody>
      </p:sp>
      <p:sp>
        <p:nvSpPr>
          <p:cNvPr id="12" name="heading-d ≈ 0.3041">
            <a:extLst>
              <a:ext uri="{FF2B5EF4-FFF2-40B4-BE49-F238E27FC236}">
                <a16:creationId xmlns:a16="http://schemas.microsoft.com/office/drawing/2014/main" id="{7681D7D1-E016-4302-9963-7C2588831EA8}"/>
              </a:ext>
            </a:extLst>
          </p:cNvPr>
          <p:cNvSpPr>
            <a:spLocks noGrp="1"/>
          </p:cNvSpPr>
          <p:nvPr/>
        </p:nvSpPr>
        <p:spPr>
          <a:xfrm>
            <a:off x="5095875" y="254317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d ≈ 0.3041</a:t>
            </a:r>
          </a:p>
        </p:txBody>
      </p:sp>
      <p:sp>
        <p:nvSpPr>
          <p:cNvPr id="13" name="text-d = −¾ ln(1 − 4p/3)">
            <a:extLst>
              <a:ext uri="{FF2B5EF4-FFF2-40B4-BE49-F238E27FC236}">
                <a16:creationId xmlns:a16="http://schemas.microsoft.com/office/drawing/2014/main" id="{443935EC-60BE-4AE5-BDB7-F46A4F440ECD}"/>
              </a:ext>
            </a:extLst>
          </p:cNvPr>
          <p:cNvSpPr>
            <a:spLocks noGrp="1"/>
          </p:cNvSpPr>
          <p:nvPr/>
        </p:nvSpPr>
        <p:spPr>
          <a:xfrm>
            <a:off x="771525" y="351472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d = −¾ ln(1 − 4p/3)</a:t>
            </a:r>
          </a:p>
        </p:txBody>
      </p:sp>
      <p:sp>
        <p:nvSpPr>
          <p:cNvPr id="14" name="text-Equal base frequencies and equal substitution rates; distanc">
            <a:extLst>
              <a:ext uri="{FF2B5EF4-FFF2-40B4-BE49-F238E27FC236}">
                <a16:creationId xmlns:a16="http://schemas.microsoft.com/office/drawing/2014/main" id="{BD832EFE-1FFB-4948-91EA-395572FEE14B}"/>
              </a:ext>
            </a:extLst>
          </p:cNvPr>
          <p:cNvSpPr>
            <a:spLocks noGrp="1"/>
          </p:cNvSpPr>
          <p:nvPr/>
        </p:nvSpPr>
        <p:spPr>
          <a:xfrm>
            <a:off x="628650" y="4400550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Equal base frequencies and equal substitution rates; distance is substitutions/site</a:t>
            </a:r>
          </a:p>
        </p:txBody>
      </p:sp>
    </p:spTree>
    <p:extLst>
      <p:ext uri="{BB962C8B-B14F-4D97-AF65-F5344CB8AC3E}">
        <p14:creationId xmlns:p14="http://schemas.microsoft.com/office/powerpoint/2010/main" val="387839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23B443-2040-45E3-BF33-605625DEA33F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E3D415E-72CA-4567-8C8F-FCB52EEBBE4A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0D98C00A-839F-4392-B954-CD3EDAC77C10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Backup: one Neighbor-Joining step">
            <a:extLst>
              <a:ext uri="{FF2B5EF4-FFF2-40B4-BE49-F238E27FC236}">
                <a16:creationId xmlns:a16="http://schemas.microsoft.com/office/drawing/2014/main" id="{A9B41757-513F-497A-84C4-00FEFE54D24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Backup: one Neighbor-Joining step</a:t>
            </a:r>
          </a:p>
        </p:txBody>
      </p:sp>
      <p:sp>
        <p:nvSpPr>
          <p:cNvPr id="5" name="text-22">
            <a:extLst>
              <a:ext uri="{FF2B5EF4-FFF2-40B4-BE49-F238E27FC236}">
                <a16:creationId xmlns:a16="http://schemas.microsoft.com/office/drawing/2014/main" id="{62A3B5A9-B0EC-460E-B7B4-8F4B62C0DEDF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text-Original five-sequence example • separate distance units fro">
            <a:extLst>
              <a:ext uri="{FF2B5EF4-FFF2-40B4-BE49-F238E27FC236}">
                <a16:creationId xmlns:a16="http://schemas.microsoft.com/office/drawing/2014/main" id="{75402152-0D65-4683-AD80-D2F9784A0C7C}"/>
              </a:ext>
            </a:extLst>
          </p:cNvPr>
          <p:cNvSpPr>
            <a:spLocks noGrp="1"/>
          </p:cNvSpPr>
          <p:nvPr/>
        </p:nvSpPr>
        <p:spPr>
          <a:xfrm>
            <a:off x="628650" y="1285875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Original five-sequence example • separate distance units from the toy alignment</a:t>
            </a:r>
          </a:p>
        </p:txBody>
      </p:sp>
      <p:sp>
        <p:nvSpPr>
          <p:cNvPr id="7" name="text-S(i,j) = d(i,j) − (rᵢ + rⱼ)/(n − 2)">
            <a:extLst>
              <a:ext uri="{FF2B5EF4-FFF2-40B4-BE49-F238E27FC236}">
                <a16:creationId xmlns:a16="http://schemas.microsoft.com/office/drawing/2014/main" id="{0D6FAE5C-7553-4564-BF79-E7F5A1E9E85D}"/>
              </a:ext>
            </a:extLst>
          </p:cNvPr>
          <p:cNvSpPr>
            <a:spLocks noGrp="1"/>
          </p:cNvSpPr>
          <p:nvPr/>
        </p:nvSpPr>
        <p:spPr>
          <a:xfrm>
            <a:off x="628650" y="1838325"/>
            <a:ext cx="7905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S(i,j) = d(i,j) − (rᵢ + rⱼ)/(n − 2)</a:t>
            </a:r>
          </a:p>
        </p:txBody>
      </p:sp>
      <p:sp>
        <p:nvSpPr>
          <p:cNvPr id="8" name="text-A–B: 17 − (92 + 102)/3 = −47.67 C–D: 28 − (118 + 136)/3 = −5">
            <a:extLst>
              <a:ext uri="{FF2B5EF4-FFF2-40B4-BE49-F238E27FC236}">
                <a16:creationId xmlns:a16="http://schemas.microsoft.com/office/drawing/2014/main" id="{21896315-9A4C-435D-966B-529465F7CFD6}"/>
              </a:ext>
            </a:extLst>
          </p:cNvPr>
          <p:cNvSpPr>
            <a:spLocks noGrp="1"/>
          </p:cNvSpPr>
          <p:nvPr/>
        </p:nvSpPr>
        <p:spPr>
          <a:xfrm>
            <a:off x="628650" y="2562225"/>
            <a:ext cx="7905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A–B: 17 − (92 + 102)/3 = −47.67</a:t>
            </a:r>
          </a:p>
          <a:p>
            <a:pPr algn="l">
              <a:defRPr sz="202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C–D: 28 − (118 + 136)/3 = −56.67</a:t>
            </a:r>
          </a:p>
        </p:txBody>
      </p:sp>
      <p:sp>
        <p:nvSpPr>
          <p:cNvPr id="9" name="rect-8">
            <a:extLst>
              <a:ext uri="{FF2B5EF4-FFF2-40B4-BE49-F238E27FC236}">
                <a16:creationId xmlns:a16="http://schemas.microsoft.com/office/drawing/2014/main" id="{7DC7F28C-D9D8-42CC-B54D-9DA10B66A49F}"/>
              </a:ext>
            </a:extLst>
          </p:cNvPr>
          <p:cNvSpPr>
            <a:spLocks noGrp="1"/>
          </p:cNvSpPr>
          <p:nvPr/>
        </p:nvSpPr>
        <p:spPr>
          <a:xfrm>
            <a:off x="628650" y="4110038"/>
            <a:ext cx="304800" cy="28575"/>
          </a:xfrm>
          <a:prstGeom prst="rect">
            <a:avLst/>
          </a:prstGeom>
          <a:solidFill>
            <a:srgbClr val="0079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Join C–D; then d(u,A) = (21 + 31 − 28)/2 = 12">
            <a:extLst>
              <a:ext uri="{FF2B5EF4-FFF2-40B4-BE49-F238E27FC236}">
                <a16:creationId xmlns:a16="http://schemas.microsoft.com/office/drawing/2014/main" id="{38DC6B6A-A5CD-4313-B7AC-5C4CC4A6E383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7391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96B"/>
                </a:solidFill>
                <a:latin typeface="Arial"/>
                <a:ea typeface="Arial"/>
                <a:cs typeface="Arial"/>
              </a:rPr>
              <a:t>Join C–D; then d(u,A) = (21 + 31 − 28)/2 = 12</a:t>
            </a:r>
          </a:p>
        </p:txBody>
      </p:sp>
    </p:spTree>
    <p:extLst>
      <p:ext uri="{BB962C8B-B14F-4D97-AF65-F5344CB8AC3E}">
        <p14:creationId xmlns:p14="http://schemas.microsoft.com/office/powerpoint/2010/main" val="1679864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9A9F72-D633-4B62-87D2-3EC28D73FB07}"/>
              </a:ext>
            </a:extLst>
          </p:cNvPr>
          <p:cNvSpPr>
            <a:spLocks noGrp="1"/>
          </p:cNvSpPr>
          <p:nvPr/>
        </p:nvSpPr>
        <p:spPr>
          <a:xfrm>
            <a:off x="0" y="1809750"/>
            <a:ext cx="9144000" cy="3333750"/>
          </a:xfrm>
          <a:custGeom>
            <a:avLst/>
            <a:gdLst/>
            <a:ahLst/>
            <a:cxnLst/>
            <a:rect l="0" t="0" r="0" b="0"/>
            <a:pathLst>
              <a:path w="9144000" h="3333750">
                <a:moveTo>
                  <a:pt x="0" y="0"/>
                </a:moveTo>
                <a:lnTo>
                  <a:pt x="9144000" y="1143000"/>
                </a:lnTo>
                <a:lnTo>
                  <a:pt x="9144000" y="3333750"/>
                </a:lnTo>
                <a:lnTo>
                  <a:pt x="0" y="3333750"/>
                </a:lnTo>
                <a:close/>
              </a:path>
            </a:pathLst>
          </a:custGeom>
          <a:solidFill>
            <a:srgbClr val="C4A1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434AA0-FD25-4D8B-A9B3-EB274DEBA70F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4572000" cy="2428875"/>
          </a:xfrm>
          <a:custGeom>
            <a:avLst/>
            <a:gdLst/>
            <a:ahLst/>
            <a:cxnLst/>
            <a:rect l="0" t="0" r="0" b="0"/>
            <a:pathLst>
              <a:path w="4572000" h="2428875">
                <a:moveTo>
                  <a:pt x="0" y="2428875"/>
                </a:moveTo>
                <a:lnTo>
                  <a:pt x="4572000" y="0"/>
                </a:lnTo>
                <a:lnTo>
                  <a:pt x="4572000" y="2428875"/>
                </a:lnTo>
                <a:close/>
              </a:path>
            </a:pathLst>
          </a:custGeom>
          <a:solidFill>
            <a:srgbClr val="D6D9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-2">
            <a:extLst>
              <a:ext uri="{FF2B5EF4-FFF2-40B4-BE49-F238E27FC236}">
                <a16:creationId xmlns:a16="http://schemas.microsoft.com/office/drawing/2014/main" id="{B51457B1-CFB4-4EC5-99BE-82E3EA4E9A7F}"/>
              </a:ext>
            </a:extLst>
          </p:cNvPr>
          <p:cNvSpPr>
            <a:spLocks noGrp="1"/>
          </p:cNvSpPr>
          <p:nvPr/>
        </p:nvSpPr>
        <p:spPr>
          <a:xfrm>
            <a:off x="209550" y="209550"/>
            <a:ext cx="8724900" cy="472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ing-Backup: likelihood as dynamic programming">
            <a:extLst>
              <a:ext uri="{FF2B5EF4-FFF2-40B4-BE49-F238E27FC236}">
                <a16:creationId xmlns:a16="http://schemas.microsoft.com/office/drawing/2014/main" id="{EF1E0184-AAA6-4F5C-AFDB-8AB586DE307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defPPr>
            <a:lvl1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1pPr>
            <a:lvl2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2pPr>
            <a:lvl3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3pPr>
            <a:lvl4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4pPr>
            <a:lvl5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5pPr>
            <a:lvl6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6pPr>
            <a:lvl7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7pPr>
            <a:lvl8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8pPr>
            <a:lvl9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lvl9pPr>
          </a:lstStyle>
          <a:p>
            <a:pPr algn="l">
              <a:defRPr sz="3000" b="0">
                <a:solidFill>
                  <a:srgbClr val="AF7B51"/>
                </a:solidFill>
                <a:latin typeface="Nunito"/>
                <a:ea typeface="Nunito"/>
                <a:cs typeface="Nunito"/>
              </a:defRPr>
            </a:pPr>
            <a:r>
              <a:rPr sz="3000" b="0">
                <a:solidFill>
                  <a:srgbClr val="AF7B51"/>
                </a:solidFill>
                <a:latin typeface="Nunito"/>
                <a:ea typeface="Nunito"/>
                <a:cs typeface="Nunito"/>
              </a:rPr>
              <a:t>Backup: likelihood as dynamic programming</a:t>
            </a:r>
          </a:p>
        </p:txBody>
      </p:sp>
      <p:sp>
        <p:nvSpPr>
          <p:cNvPr id="5" name="text-23">
            <a:extLst>
              <a:ext uri="{FF2B5EF4-FFF2-40B4-BE49-F238E27FC236}">
                <a16:creationId xmlns:a16="http://schemas.microsoft.com/office/drawing/2014/main" id="{D13F4057-67BA-4ECA-81C8-EB946F87AE30}"/>
              </a:ext>
            </a:extLst>
          </p:cNvPr>
          <p:cNvSpPr>
            <a:spLocks noGrp="1"/>
          </p:cNvSpPr>
          <p:nvPr/>
        </p:nvSpPr>
        <p:spPr>
          <a:xfrm>
            <a:off x="8324850" y="4591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text-Conditional likelihood for state s at an internal node v">
            <a:extLst>
              <a:ext uri="{FF2B5EF4-FFF2-40B4-BE49-F238E27FC236}">
                <a16:creationId xmlns:a16="http://schemas.microsoft.com/office/drawing/2014/main" id="{7C6472C2-71D2-4E05-A4D7-0C938062504F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Conditional likelihood for state s at an internal node v</a:t>
            </a:r>
          </a:p>
        </p:txBody>
      </p:sp>
      <p:sp>
        <p:nvSpPr>
          <p:cNvPr id="7" name="text-fᵥ(s) = ∏c [ Σt Pst(bᵥc) f꜀(t) ]">
            <a:extLst>
              <a:ext uri="{FF2B5EF4-FFF2-40B4-BE49-F238E27FC236}">
                <a16:creationId xmlns:a16="http://schemas.microsoft.com/office/drawing/2014/main" id="{6FDBEEA3-A810-4D98-9AA5-C33103B225D7}"/>
              </a:ext>
            </a:extLst>
          </p:cNvPr>
          <p:cNvSpPr>
            <a:spLocks noGrp="1"/>
          </p:cNvSpPr>
          <p:nvPr/>
        </p:nvSpPr>
        <p:spPr>
          <a:xfrm>
            <a:off x="628650" y="1914525"/>
            <a:ext cx="7905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fᵥ(s) = ∏c [ Σt Pst(bᵥc) f꜀(t) ]</a:t>
            </a:r>
          </a:p>
        </p:txBody>
      </p:sp>
      <p:sp>
        <p:nvSpPr>
          <p:cNvPr id="8" name="text-Leaf observed as C: [0, 1, 0, 0] in A, C, G, T order">
            <a:extLst>
              <a:ext uri="{FF2B5EF4-FFF2-40B4-BE49-F238E27FC236}">
                <a16:creationId xmlns:a16="http://schemas.microsoft.com/office/drawing/2014/main" id="{3D3AA13F-4471-4EE5-946D-CB68FDA17135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7905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A44"/>
                </a:solidFill>
                <a:latin typeface="Arial"/>
                <a:ea typeface="Arial"/>
                <a:cs typeface="Arial"/>
              </a:rPr>
              <a:t>Leaf observed as C:  [0, 1, 0, 0]   in A, C, G, T order</a:t>
            </a:r>
          </a:p>
        </p:txBody>
      </p:sp>
      <p:sp>
        <p:nvSpPr>
          <p:cNvPr id="9" name="text-Column likelihood: Σs πs fᵣ(s)">
            <a:extLst>
              <a:ext uri="{FF2B5EF4-FFF2-40B4-BE49-F238E27FC236}">
                <a16:creationId xmlns:a16="http://schemas.microsoft.com/office/drawing/2014/main" id="{AC4AA290-8B86-4EC1-AAD9-012FC610128B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7905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233A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3A44"/>
                </a:solidFill>
                <a:latin typeface="Arial"/>
                <a:ea typeface="Arial"/>
                <a:cs typeface="Arial"/>
              </a:rPr>
              <a:t>Column likelihood:  Σs πs fᵣ(s)</a:t>
            </a:r>
          </a:p>
        </p:txBody>
      </p:sp>
      <p:sp>
        <p:nvSpPr>
          <p:cNvPr id="10" name="text-Reuse subtree vectors; combine columns using log-likelihoods">
            <a:extLst>
              <a:ext uri="{FF2B5EF4-FFF2-40B4-BE49-F238E27FC236}">
                <a16:creationId xmlns:a16="http://schemas.microsoft.com/office/drawing/2014/main" id="{1CF35502-135F-434C-94B8-840C6BE16EB4}"/>
              </a:ext>
            </a:extLst>
          </p:cNvPr>
          <p:cNvSpPr>
            <a:spLocks noGrp="1"/>
          </p:cNvSpPr>
          <p:nvPr/>
        </p:nvSpPr>
        <p:spPr>
          <a:xfrm>
            <a:off x="628650" y="4343400"/>
            <a:ext cx="790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977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780"/>
                </a:solidFill>
                <a:latin typeface="Arial"/>
                <a:ea typeface="Arial"/>
                <a:cs typeface="Arial"/>
              </a:rPr>
              <a:t>Reuse subtree vectors; combine columns using log-likelihoods</a:t>
            </a:r>
          </a:p>
        </p:txBody>
      </p:sp>
    </p:spTree>
    <p:extLst>
      <p:ext uri="{BB962C8B-B14F-4D97-AF65-F5344CB8AC3E}">
        <p14:creationId xmlns:p14="http://schemas.microsoft.com/office/powerpoint/2010/main" val="15297536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7729</Words>
  <Application>Microsoft Office PowerPoint</Application>
  <DocSecurity>0</DocSecurity>
  <PresentationFormat>On-screen Show (16:9)</PresentationFormat>
  <Paragraphs>679</Paragraphs>
  <Slides>23</Slides>
  <Notes>23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Nunito</vt:lpstr>
      <vt:lpstr>Arial</vt:lpstr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Bozdog</cp:lastModifiedBy>
  <cp:revision>1</cp:revision>
  <dcterms:created xsi:type="dcterms:W3CDTF">2026-10-22T14:08:56Z</dcterms:created>
  <dcterms:modified xsi:type="dcterms:W3CDTF">2026-10-22T14:26:01Z</dcterms:modified>
</cp:coreProperties>
</file>